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3840480"/>
            <a:ext cx="9144000" cy="1303020"/>
          </a:xfrm>
          <a:prstGeom prst="rect">
            <a:avLst/>
          </a:prstGeom>
          <a:solidFill>
            <a:srgbClr val="1B7F79"/>
          </a:solidFill>
          <a:ln/>
        </p:spPr>
      </p:sp>
      <p:sp>
        <p:nvSpPr>
          <p:cNvPr id="3" name="Shape 1"/>
          <p:cNvSpPr/>
          <p:nvPr/>
        </p:nvSpPr>
        <p:spPr>
          <a:xfrm>
            <a:off x="0" y="0"/>
            <a:ext cx="164592" cy="5143500"/>
          </a:xfrm>
          <a:prstGeom prst="rect">
            <a:avLst/>
          </a:prstGeom>
          <a:solidFill>
            <a:srgbClr val="2EBFB3"/>
          </a:solidFill>
          <a:ln/>
        </p:spPr>
      </p:sp>
      <p:sp>
        <p:nvSpPr>
          <p:cNvPr id="4" name="Text 2"/>
          <p:cNvSpPr/>
          <p:nvPr/>
        </p:nvSpPr>
        <p:spPr>
          <a:xfrm>
            <a:off x="365760" y="640080"/>
            <a:ext cx="8412480" cy="640080"/>
          </a:xfrm>
          <a:prstGeom prst="rect">
            <a:avLst/>
          </a:prstGeom>
          <a:noFill/>
          <a:ln/>
        </p:spPr>
        <p:txBody>
          <a:bodyPr wrap="square" rtlCol="0" anchor="ctr"/>
          <a:lstStyle/>
          <a:p>
            <a:pPr indent="0" marL="0">
              <a:buNone/>
            </a:pPr>
            <a:r>
              <a:rPr lang="en-US" sz="1500" b="1" spc="400" kern="0" dirty="0">
                <a:solidFill>
                  <a:srgbClr val="2EBFB3"/>
                </a:solidFill>
              </a:rPr>
              <a:t>OS Checkpoint</a:t>
            </a:r>
            <a:endParaRPr lang="en-US" sz="1500" dirty="0"/>
          </a:p>
        </p:txBody>
      </p:sp>
      <p:sp>
        <p:nvSpPr>
          <p:cNvPr id="5" name="Text 3"/>
          <p:cNvSpPr/>
          <p:nvPr/>
        </p:nvSpPr>
        <p:spPr>
          <a:xfrm>
            <a:off x="365760" y="1234440"/>
            <a:ext cx="8412480" cy="1005840"/>
          </a:xfrm>
          <a:prstGeom prst="rect">
            <a:avLst/>
          </a:prstGeom>
          <a:noFill/>
          <a:ln/>
        </p:spPr>
        <p:txBody>
          <a:bodyPr wrap="square" rtlCol="0" anchor="ctr"/>
          <a:lstStyle/>
          <a:p>
            <a:pPr indent="0" marL="0">
              <a:buNone/>
            </a:pPr>
            <a:r>
              <a:rPr lang="en-US" sz="4000" b="1" dirty="0">
                <a:solidFill>
                  <a:srgbClr val="FFFFFF"/>
                </a:solidFill>
              </a:rPr>
              <a:t>Managing Multiple Tasks</a:t>
            </a:r>
            <a:endParaRPr lang="en-US" sz="4000" dirty="0"/>
          </a:p>
        </p:txBody>
      </p:sp>
      <p:sp>
        <p:nvSpPr>
          <p:cNvPr id="6" name="Text 4"/>
          <p:cNvSpPr/>
          <p:nvPr/>
        </p:nvSpPr>
        <p:spPr>
          <a:xfrm>
            <a:off x="365760" y="2331720"/>
            <a:ext cx="8412480" cy="457200"/>
          </a:xfrm>
          <a:prstGeom prst="rect">
            <a:avLst/>
          </a:prstGeom>
          <a:noFill/>
          <a:ln/>
        </p:spPr>
        <p:txBody>
          <a:bodyPr wrap="square" rtlCol="0" anchor="ctr"/>
          <a:lstStyle/>
          <a:p>
            <a:pPr indent="0" marL="0">
              <a:buNone/>
            </a:pPr>
            <a:r>
              <a:rPr lang="en-US" sz="1300" i="1" dirty="0">
                <a:solidFill>
                  <a:srgbClr val="8DA2B5"/>
                </a:solidFill>
              </a:rPr>
              <a:t>CPU Scheduling  ·  Synchronization  ·  Memory Management  ·  Disk Scheduling</a:t>
            </a:r>
            <a:endParaRPr lang="en-US" sz="1300" dirty="0"/>
          </a:p>
        </p:txBody>
      </p:sp>
      <p:sp>
        <p:nvSpPr>
          <p:cNvPr id="7" name="Text 5"/>
          <p:cNvSpPr/>
          <p:nvPr/>
        </p:nvSpPr>
        <p:spPr>
          <a:xfrm>
            <a:off x="365760" y="3977640"/>
            <a:ext cx="8412480" cy="731520"/>
          </a:xfrm>
          <a:prstGeom prst="rect">
            <a:avLst/>
          </a:prstGeom>
          <a:noFill/>
          <a:ln/>
        </p:spPr>
        <p:txBody>
          <a:bodyPr wrap="square" rtlCol="0" anchor="ctr"/>
          <a:lstStyle/>
          <a:p>
            <a:pPr algn="l" indent="0" marL="0">
              <a:buNone/>
            </a:pPr>
            <a:r>
              <a:rPr lang="en-US" sz="1300" b="1" dirty="0">
                <a:solidFill>
                  <a:srgbClr val="0D1B2A"/>
                </a:solidFill>
              </a:rPr>
              <a:t>Part 1</a:t>
            </a:r>
            <a:pPr algn="l" indent="0" marL="0">
              <a:buNone/>
            </a:pPr>
            <a:r>
              <a:rPr lang="en-US" sz="1300" dirty="0">
                <a:solidFill>
                  <a:srgbClr val="0D1B2A"/>
                </a:solidFill>
              </a:rPr>
              <a:t>  Process Scheduling</a:t>
            </a:r>
            <a:pPr algn="l" indent="0" marL="0">
              <a:buNone/>
            </a:pPr>
            <a:r>
              <a:rPr lang="en-US" sz="1300" dirty="0">
                <a:solidFill>
                  <a:srgbClr val="000000"/>
                </a:solidFill>
              </a:rPr>
              <a:t>     </a:t>
            </a:r>
            <a:pPr algn="l" indent="0" marL="0">
              <a:buNone/>
            </a:pPr>
            <a:r>
              <a:rPr lang="en-US" sz="1300" b="1" dirty="0">
                <a:solidFill>
                  <a:srgbClr val="0D1B2A"/>
                </a:solidFill>
              </a:rPr>
              <a:t>Part 2</a:t>
            </a:r>
            <a:pPr algn="l" indent="0" marL="0">
              <a:buNone/>
            </a:pPr>
            <a:r>
              <a:rPr lang="en-US" sz="1300" dirty="0">
                <a:solidFill>
                  <a:srgbClr val="0D1B2A"/>
                </a:solidFill>
              </a:rPr>
              <a:t>  Synchronization</a:t>
            </a:r>
            <a:pPr algn="l" indent="0" marL="0">
              <a:buNone/>
            </a:pPr>
            <a:r>
              <a:rPr lang="en-US" sz="1300" dirty="0">
                <a:solidFill>
                  <a:srgbClr val="000000"/>
                </a:solidFill>
              </a:rPr>
              <a:t>     </a:t>
            </a:r>
            <a:pPr algn="l" indent="0" marL="0">
              <a:buNone/>
            </a:pPr>
            <a:r>
              <a:rPr lang="en-US" sz="1300" b="1" dirty="0">
                <a:solidFill>
                  <a:srgbClr val="0D1B2A"/>
                </a:solidFill>
              </a:rPr>
              <a:t>Part 3</a:t>
            </a:r>
            <a:pPr algn="l" indent="0" marL="0">
              <a:buNone/>
            </a:pPr>
            <a:r>
              <a:rPr lang="en-US" sz="1300" dirty="0">
                <a:solidFill>
                  <a:srgbClr val="0D1B2A"/>
                </a:solidFill>
              </a:rPr>
              <a:t>  Memory Mgmt</a:t>
            </a:r>
            <a:pPr algn="l" indent="0" marL="0">
              <a:buNone/>
            </a:pPr>
            <a:r>
              <a:rPr lang="en-US" sz="1300" dirty="0">
                <a:solidFill>
                  <a:srgbClr val="000000"/>
                </a:solidFill>
              </a:rPr>
              <a:t>     </a:t>
            </a:r>
            <a:pPr algn="l" indent="0" marL="0">
              <a:buNone/>
            </a:pPr>
            <a:r>
              <a:rPr lang="en-US" sz="1300" b="1" dirty="0">
                <a:solidFill>
                  <a:srgbClr val="0D1B2A"/>
                </a:solidFill>
              </a:rPr>
              <a:t>Part 4</a:t>
            </a:r>
            <a:pPr algn="l" indent="0" marL="0">
              <a:buNone/>
            </a:pPr>
            <a:r>
              <a:rPr lang="en-US" sz="1300" dirty="0">
                <a:solidFill>
                  <a:srgbClr val="0D1B2A"/>
                </a:solidFill>
              </a:rPr>
              <a:t>  Disk Scheduling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7F79"/>
          </a:solidFill>
          <a:ln/>
        </p:spPr>
      </p:sp>
      <p:sp>
        <p:nvSpPr>
          <p:cNvPr id="3" name="Text 1"/>
          <p:cNvSpPr/>
          <p:nvPr/>
        </p:nvSpPr>
        <p:spPr>
          <a:xfrm>
            <a:off x="365760" y="0"/>
            <a:ext cx="8412480" cy="914400"/>
          </a:xfrm>
          <a:prstGeom prst="rect">
            <a:avLst/>
          </a:prstGeom>
          <a:noFill/>
          <a:ln/>
        </p:spPr>
        <p:txBody>
          <a:bodyPr wrap="square" rtlCol="0" anchor="ctr"/>
          <a:lstStyle/>
          <a:p>
            <a:pPr indent="0" marL="0">
              <a:buNone/>
            </a:pPr>
            <a:r>
              <a:rPr lang="en-US" sz="2200" b="1" dirty="0">
                <a:solidFill>
                  <a:srgbClr val="FFFFFF"/>
                </a:solidFill>
              </a:rPr>
              <a:t>PART 1  ·  Process Scheduling</a:t>
            </a:r>
            <a:endParaRPr lang="en-US" sz="2200" dirty="0"/>
          </a:p>
        </p:txBody>
      </p:sp>
      <p:sp>
        <p:nvSpPr>
          <p:cNvPr id="4" name="Text 2"/>
          <p:cNvSpPr/>
          <p:nvPr/>
        </p:nvSpPr>
        <p:spPr>
          <a:xfrm>
            <a:off x="365760" y="1005840"/>
            <a:ext cx="2743200" cy="320040"/>
          </a:xfrm>
          <a:prstGeom prst="rect">
            <a:avLst/>
          </a:prstGeom>
          <a:noFill/>
          <a:ln/>
        </p:spPr>
        <p:txBody>
          <a:bodyPr wrap="square" rtlCol="0" anchor="ctr"/>
          <a:lstStyle/>
          <a:p>
            <a:pPr indent="0" marL="0">
              <a:buNone/>
            </a:pPr>
            <a:r>
              <a:rPr lang="en-US" sz="1400" b="1" dirty="0">
                <a:solidFill>
                  <a:srgbClr val="1B7F79"/>
                </a:solidFill>
              </a:rPr>
              <a:t>Processes</a:t>
            </a:r>
            <a:endParaRPr lang="en-US" sz="1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365760" y="1325880"/>
          <a:ext cx="2926080" cy="1463040"/>
        </p:xfrm>
        <a:graphic>
          <a:graphicData uri="http://schemas.openxmlformats.org/drawingml/2006/table">
            <a:tbl>
              <a:tblPr/>
              <a:tblGrid>
                <a:gridCol w="1097280"/>
                <a:gridCol w="914400"/>
                <a:gridCol w="914400"/>
              </a:tblGrid>
              <a:tr h="365760">
                <a:tc>
                  <a:txBody>
                    <a:bodyPr/>
                    <a:lstStyle/>
                    <a:p>
                      <a:pPr algn="ctr" indent="0" marL="0">
                        <a:buNone/>
                      </a:pPr>
                      <a:r>
                        <a:rPr lang="en-US" sz="1300" b="1" dirty="0">
                          <a:solidFill>
                            <a:srgbClr val="FFFFFF"/>
                          </a:solidFill>
                        </a:rPr>
                        <a:t>Process</a:t>
                      </a:r>
                      <a:endParaRPr lang="en-US" sz="13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1A2F45"/>
                    </a:solidFill>
                  </a:tcPr>
                </a:tc>
                <a:tc>
                  <a:txBody>
                    <a:bodyPr/>
                    <a:lstStyle/>
                    <a:p>
                      <a:pPr algn="ctr" indent="0" marL="0">
                        <a:buNone/>
                      </a:pPr>
                      <a:r>
                        <a:rPr lang="en-US" sz="1300" b="1" dirty="0">
                          <a:solidFill>
                            <a:srgbClr val="FFFFFF"/>
                          </a:solidFill>
                        </a:rPr>
                        <a:t>Arrival</a:t>
                      </a:r>
                      <a:endParaRPr lang="en-US" sz="13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1A2F45"/>
                    </a:solidFill>
                  </a:tcPr>
                </a:tc>
                <a:tc>
                  <a:txBody>
                    <a:bodyPr/>
                    <a:lstStyle/>
                    <a:p>
                      <a:pPr algn="ctr" indent="0" marL="0">
                        <a:buNone/>
                      </a:pPr>
                      <a:r>
                        <a:rPr lang="en-US" sz="1300" b="1" dirty="0">
                          <a:solidFill>
                            <a:srgbClr val="FFFFFF"/>
                          </a:solidFill>
                        </a:rPr>
                        <a:t>Burst</a:t>
                      </a:r>
                      <a:endParaRPr lang="en-US" sz="13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1A2F45"/>
                    </a:solidFill>
                  </a:tcPr>
                </a:tc>
              </a:tr>
              <a:tr h="365760">
                <a:tc>
                  <a:txBody>
                    <a:bodyPr/>
                    <a:lstStyle/>
                    <a:p>
                      <a:pPr algn="ctr" indent="0" marL="0">
                        <a:buNone/>
                      </a:pPr>
                      <a:r>
                        <a:rPr lang="en-US" sz="1300" dirty="0">
                          <a:solidFill>
                            <a:srgbClr val="000000"/>
                          </a:solidFill>
                        </a:rPr>
                        <a:t>P1</a:t>
                      </a:r>
                      <a:endParaRPr lang="en-US" sz="13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00000"/>
                          </a:solidFill>
                        </a:rPr>
                        <a:t>0</a:t>
                      </a:r>
                      <a:endParaRPr lang="en-US" sz="13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00000"/>
                          </a:solidFill>
                        </a:rPr>
                        <a:t>5</a:t>
                      </a:r>
                      <a:endParaRPr lang="en-US" sz="13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r>
              <a:tr h="365760">
                <a:tc>
                  <a:txBody>
                    <a:bodyPr/>
                    <a:lstStyle/>
                    <a:p>
                      <a:pPr algn="ctr" indent="0" marL="0">
                        <a:buNone/>
                      </a:pPr>
                      <a:r>
                        <a:rPr lang="en-US" sz="1300" dirty="0">
                          <a:solidFill>
                            <a:srgbClr val="000000"/>
                          </a:solidFill>
                        </a:rPr>
                        <a:t>P2</a:t>
                      </a:r>
                      <a:endParaRPr lang="en-US" sz="13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00000"/>
                          </a:solidFill>
                        </a:rPr>
                        <a:t>1</a:t>
                      </a:r>
                      <a:endParaRPr lang="en-US" sz="13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00000"/>
                          </a:solidFill>
                        </a:rPr>
                        <a:t>3</a:t>
                      </a:r>
                      <a:endParaRPr lang="en-US" sz="13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r>
              <a:tr h="365760">
                <a:tc>
                  <a:txBody>
                    <a:bodyPr/>
                    <a:lstStyle/>
                    <a:p>
                      <a:pPr algn="ctr" indent="0" marL="0">
                        <a:buNone/>
                      </a:pPr>
                      <a:r>
                        <a:rPr lang="en-US" sz="1300" dirty="0">
                          <a:solidFill>
                            <a:srgbClr val="000000"/>
                          </a:solidFill>
                        </a:rPr>
                        <a:t>P3</a:t>
                      </a:r>
                      <a:endParaRPr lang="en-US" sz="13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00000"/>
                          </a:solidFill>
                        </a:rPr>
                        <a:t>2</a:t>
                      </a:r>
                      <a:endParaRPr lang="en-US" sz="13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00000"/>
                          </a:solidFill>
                        </a:rPr>
                        <a:t>1</a:t>
                      </a:r>
                      <a:endParaRPr lang="en-US" sz="13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r>
            </a:tbl>
          </a:graphicData>
        </a:graphic>
      </p:graphicFrame>
      <p:sp>
        <p:nvSpPr>
          <p:cNvPr id="6" name="Text 3"/>
          <p:cNvSpPr/>
          <p:nvPr/>
        </p:nvSpPr>
        <p:spPr>
          <a:xfrm>
            <a:off x="3566160" y="1005840"/>
            <a:ext cx="5303520" cy="320040"/>
          </a:xfrm>
          <a:prstGeom prst="rect">
            <a:avLst/>
          </a:prstGeom>
          <a:noFill/>
          <a:ln/>
        </p:spPr>
        <p:txBody>
          <a:bodyPr wrap="square" rtlCol="0" anchor="ctr"/>
          <a:lstStyle/>
          <a:p>
            <a:pPr indent="0" marL="0">
              <a:buNone/>
            </a:pPr>
            <a:r>
              <a:rPr lang="en-US" sz="1400" b="1" dirty="0">
                <a:solidFill>
                  <a:srgbClr val="1B7F79"/>
                </a:solidFill>
              </a:rPr>
              <a:t>FCFS — First Come First Served</a:t>
            </a:r>
            <a:endParaRPr lang="en-US" sz="1400" dirty="0"/>
          </a:p>
        </p:txBody>
      </p:sp>
      <p:sp>
        <p:nvSpPr>
          <p:cNvPr id="7" name="Text 4"/>
          <p:cNvSpPr/>
          <p:nvPr/>
        </p:nvSpPr>
        <p:spPr>
          <a:xfrm>
            <a:off x="3566160" y="1371600"/>
            <a:ext cx="5303520" cy="457200"/>
          </a:xfrm>
          <a:prstGeom prst="rect">
            <a:avLst/>
          </a:prstGeom>
          <a:noFill/>
          <a:ln/>
        </p:spPr>
        <p:txBody>
          <a:bodyPr wrap="square" rtlCol="0" anchor="ctr"/>
          <a:lstStyle/>
          <a:p>
            <a:pPr indent="0" marL="0">
              <a:buNone/>
            </a:pPr>
            <a:r>
              <a:rPr lang="en-US" sz="1200" dirty="0">
                <a:solidFill>
                  <a:srgbClr val="1A2F45"/>
                </a:solidFill>
              </a:rPr>
              <a:t>Processes run in arrival order. P1 runs first (arrives at 0), then P2, then P3.</a:t>
            </a:r>
            <a:endParaRPr lang="en-US" sz="1200" dirty="0"/>
          </a:p>
        </p:txBody>
      </p:sp>
      <p:sp>
        <p:nvSpPr>
          <p:cNvPr id="8" name="Text 5"/>
          <p:cNvSpPr/>
          <p:nvPr/>
        </p:nvSpPr>
        <p:spPr>
          <a:xfrm>
            <a:off x="365760" y="2880360"/>
            <a:ext cx="8229600" cy="274320"/>
          </a:xfrm>
          <a:prstGeom prst="rect">
            <a:avLst/>
          </a:prstGeom>
          <a:noFill/>
          <a:ln/>
        </p:spPr>
        <p:txBody>
          <a:bodyPr wrap="square" rtlCol="0" anchor="ctr"/>
          <a:lstStyle/>
          <a:p>
            <a:pPr indent="0" marL="0">
              <a:buNone/>
            </a:pPr>
            <a:r>
              <a:rPr lang="en-US" sz="1300" b="1" dirty="0">
                <a:solidFill>
                  <a:srgbClr val="1A2F45"/>
                </a:solidFill>
              </a:rPr>
              <a:t>FCFS Gantt Chart</a:t>
            </a:r>
            <a:endParaRPr lang="en-US" sz="1300" dirty="0"/>
          </a:p>
        </p:txBody>
      </p:sp>
      <p:sp>
        <p:nvSpPr>
          <p:cNvPr id="9" name="Shape 6"/>
          <p:cNvSpPr/>
          <p:nvPr/>
        </p:nvSpPr>
        <p:spPr>
          <a:xfrm>
            <a:off x="457200" y="3200400"/>
            <a:ext cx="4470400" cy="502920"/>
          </a:xfrm>
          <a:prstGeom prst="rect">
            <a:avLst/>
          </a:prstGeom>
          <a:solidFill>
            <a:srgbClr val="1B7F79"/>
          </a:solidFill>
          <a:ln w="12700">
            <a:solidFill>
              <a:srgbClr val="FFFFFF"/>
            </a:solidFill>
            <a:prstDash val="solid"/>
          </a:ln>
        </p:spPr>
      </p:sp>
      <p:sp>
        <p:nvSpPr>
          <p:cNvPr id="10" name="Text 7"/>
          <p:cNvSpPr/>
          <p:nvPr/>
        </p:nvSpPr>
        <p:spPr>
          <a:xfrm>
            <a:off x="457200" y="3200400"/>
            <a:ext cx="4470400" cy="502920"/>
          </a:xfrm>
          <a:prstGeom prst="rect">
            <a:avLst/>
          </a:prstGeom>
          <a:noFill/>
          <a:ln/>
        </p:spPr>
        <p:txBody>
          <a:bodyPr wrap="square" rtlCol="0" anchor="ctr"/>
          <a:lstStyle/>
          <a:p>
            <a:pPr algn="ctr" indent="0" marL="0">
              <a:buNone/>
            </a:pPr>
            <a:r>
              <a:rPr lang="en-US" sz="1400" b="1" dirty="0">
                <a:solidFill>
                  <a:srgbClr val="FFFFFF"/>
                </a:solidFill>
              </a:rPr>
              <a:t>P1</a:t>
            </a:r>
            <a:endParaRPr lang="en-US" sz="1400" dirty="0"/>
          </a:p>
        </p:txBody>
      </p:sp>
      <p:sp>
        <p:nvSpPr>
          <p:cNvPr id="11" name="Text 8"/>
          <p:cNvSpPr/>
          <p:nvPr/>
        </p:nvSpPr>
        <p:spPr>
          <a:xfrm>
            <a:off x="320040" y="3721608"/>
            <a:ext cx="274320" cy="228600"/>
          </a:xfrm>
          <a:prstGeom prst="rect">
            <a:avLst/>
          </a:prstGeom>
          <a:noFill/>
          <a:ln/>
        </p:spPr>
        <p:txBody>
          <a:bodyPr wrap="square" rtlCol="0" anchor="ctr"/>
          <a:lstStyle/>
          <a:p>
            <a:pPr algn="ctr" indent="0" marL="0">
              <a:buNone/>
            </a:pPr>
            <a:r>
              <a:rPr lang="en-US" sz="1000" dirty="0">
                <a:solidFill>
                  <a:srgbClr val="8DA2B5"/>
                </a:solidFill>
              </a:rPr>
              <a:t>0</a:t>
            </a:r>
            <a:endParaRPr lang="en-US" sz="1000" dirty="0"/>
          </a:p>
        </p:txBody>
      </p:sp>
      <p:sp>
        <p:nvSpPr>
          <p:cNvPr id="12" name="Shape 9"/>
          <p:cNvSpPr/>
          <p:nvPr/>
        </p:nvSpPr>
        <p:spPr>
          <a:xfrm>
            <a:off x="4927600" y="3200400"/>
            <a:ext cx="2682240" cy="502920"/>
          </a:xfrm>
          <a:prstGeom prst="rect">
            <a:avLst/>
          </a:prstGeom>
          <a:solidFill>
            <a:srgbClr val="F4A261"/>
          </a:solidFill>
          <a:ln w="12700">
            <a:solidFill>
              <a:srgbClr val="FFFFFF"/>
            </a:solidFill>
            <a:prstDash val="solid"/>
          </a:ln>
        </p:spPr>
      </p:sp>
      <p:sp>
        <p:nvSpPr>
          <p:cNvPr id="13" name="Text 10"/>
          <p:cNvSpPr/>
          <p:nvPr/>
        </p:nvSpPr>
        <p:spPr>
          <a:xfrm>
            <a:off x="4927600" y="3200400"/>
            <a:ext cx="2682240" cy="502920"/>
          </a:xfrm>
          <a:prstGeom prst="rect">
            <a:avLst/>
          </a:prstGeom>
          <a:noFill/>
          <a:ln/>
        </p:spPr>
        <p:txBody>
          <a:bodyPr wrap="square" rtlCol="0" anchor="ctr"/>
          <a:lstStyle/>
          <a:p>
            <a:pPr algn="ctr" indent="0" marL="0">
              <a:buNone/>
            </a:pPr>
            <a:r>
              <a:rPr lang="en-US" sz="1400" b="1" dirty="0">
                <a:solidFill>
                  <a:srgbClr val="FFFFFF"/>
                </a:solidFill>
              </a:rPr>
              <a:t>P2</a:t>
            </a:r>
            <a:endParaRPr lang="en-US" sz="1400" dirty="0"/>
          </a:p>
        </p:txBody>
      </p:sp>
      <p:sp>
        <p:nvSpPr>
          <p:cNvPr id="14" name="Text 11"/>
          <p:cNvSpPr/>
          <p:nvPr/>
        </p:nvSpPr>
        <p:spPr>
          <a:xfrm>
            <a:off x="4790440" y="3721608"/>
            <a:ext cx="274320" cy="228600"/>
          </a:xfrm>
          <a:prstGeom prst="rect">
            <a:avLst/>
          </a:prstGeom>
          <a:noFill/>
          <a:ln/>
        </p:spPr>
        <p:txBody>
          <a:bodyPr wrap="square" rtlCol="0" anchor="ctr"/>
          <a:lstStyle/>
          <a:p>
            <a:pPr algn="ctr" indent="0" marL="0">
              <a:buNone/>
            </a:pPr>
            <a:r>
              <a:rPr lang="en-US" sz="1000" dirty="0">
                <a:solidFill>
                  <a:srgbClr val="8DA2B5"/>
                </a:solidFill>
              </a:rPr>
              <a:t>5</a:t>
            </a:r>
            <a:endParaRPr lang="en-US" sz="1000" dirty="0"/>
          </a:p>
        </p:txBody>
      </p:sp>
      <p:sp>
        <p:nvSpPr>
          <p:cNvPr id="15" name="Shape 12"/>
          <p:cNvSpPr/>
          <p:nvPr/>
        </p:nvSpPr>
        <p:spPr>
          <a:xfrm>
            <a:off x="7609840" y="3200400"/>
            <a:ext cx="894080" cy="502920"/>
          </a:xfrm>
          <a:prstGeom prst="rect">
            <a:avLst/>
          </a:prstGeom>
          <a:solidFill>
            <a:srgbClr val="E63946"/>
          </a:solidFill>
          <a:ln w="12700">
            <a:solidFill>
              <a:srgbClr val="FFFFFF"/>
            </a:solidFill>
            <a:prstDash val="solid"/>
          </a:ln>
        </p:spPr>
      </p:sp>
      <p:sp>
        <p:nvSpPr>
          <p:cNvPr id="16" name="Text 13"/>
          <p:cNvSpPr/>
          <p:nvPr/>
        </p:nvSpPr>
        <p:spPr>
          <a:xfrm>
            <a:off x="7609840" y="3200400"/>
            <a:ext cx="894080" cy="502920"/>
          </a:xfrm>
          <a:prstGeom prst="rect">
            <a:avLst/>
          </a:prstGeom>
          <a:noFill/>
          <a:ln/>
        </p:spPr>
        <p:txBody>
          <a:bodyPr wrap="square" rtlCol="0" anchor="ctr"/>
          <a:lstStyle/>
          <a:p>
            <a:pPr algn="ctr" indent="0" marL="0">
              <a:buNone/>
            </a:pPr>
            <a:r>
              <a:rPr lang="en-US" sz="1400" b="1" dirty="0">
                <a:solidFill>
                  <a:srgbClr val="FFFFFF"/>
                </a:solidFill>
              </a:rPr>
              <a:t>P3</a:t>
            </a:r>
            <a:endParaRPr lang="en-US" sz="1400" dirty="0"/>
          </a:p>
        </p:txBody>
      </p:sp>
      <p:sp>
        <p:nvSpPr>
          <p:cNvPr id="17" name="Text 14"/>
          <p:cNvSpPr/>
          <p:nvPr/>
        </p:nvSpPr>
        <p:spPr>
          <a:xfrm>
            <a:off x="7472680" y="3721608"/>
            <a:ext cx="274320" cy="228600"/>
          </a:xfrm>
          <a:prstGeom prst="rect">
            <a:avLst/>
          </a:prstGeom>
          <a:noFill/>
          <a:ln/>
        </p:spPr>
        <p:txBody>
          <a:bodyPr wrap="square" rtlCol="0" anchor="ctr"/>
          <a:lstStyle/>
          <a:p>
            <a:pPr algn="ctr" indent="0" marL="0">
              <a:buNone/>
            </a:pPr>
            <a:r>
              <a:rPr lang="en-US" sz="1000" dirty="0">
                <a:solidFill>
                  <a:srgbClr val="8DA2B5"/>
                </a:solidFill>
              </a:rPr>
              <a:t>8</a:t>
            </a:r>
            <a:endParaRPr lang="en-US" sz="1000" dirty="0"/>
          </a:p>
        </p:txBody>
      </p:sp>
      <p:sp>
        <p:nvSpPr>
          <p:cNvPr id="18" name="Text 15"/>
          <p:cNvSpPr/>
          <p:nvPr/>
        </p:nvSpPr>
        <p:spPr>
          <a:xfrm>
            <a:off x="8366760" y="3721608"/>
            <a:ext cx="274320" cy="228600"/>
          </a:xfrm>
          <a:prstGeom prst="rect">
            <a:avLst/>
          </a:prstGeom>
          <a:noFill/>
          <a:ln/>
        </p:spPr>
        <p:txBody>
          <a:bodyPr wrap="square" rtlCol="0" anchor="ctr"/>
          <a:lstStyle/>
          <a:p>
            <a:pPr algn="ctr" indent="0" marL="0">
              <a:buNone/>
            </a:pPr>
            <a:r>
              <a:rPr lang="en-US" sz="1000" dirty="0">
                <a:solidFill>
                  <a:srgbClr val="8DA2B5"/>
                </a:solidFill>
              </a:rPr>
              <a:t>9</a:t>
            </a:r>
            <a:endParaRPr lang="en-US" sz="1000" dirty="0"/>
          </a:p>
        </p:txBody>
      </p:sp>
      <p:sp>
        <p:nvSpPr>
          <p:cNvPr id="19" name="Text 16"/>
          <p:cNvSpPr/>
          <p:nvPr/>
        </p:nvSpPr>
        <p:spPr>
          <a:xfrm>
            <a:off x="365760" y="3977640"/>
            <a:ext cx="8229600" cy="274320"/>
          </a:xfrm>
          <a:prstGeom prst="rect">
            <a:avLst/>
          </a:prstGeom>
          <a:noFill/>
          <a:ln/>
        </p:spPr>
        <p:txBody>
          <a:bodyPr wrap="square" rtlCol="0" anchor="ctr"/>
          <a:lstStyle/>
          <a:p>
            <a:pPr indent="0" marL="0">
              <a:buNone/>
            </a:pPr>
            <a:r>
              <a:rPr lang="en-US" sz="1300" b="1" dirty="0">
                <a:solidFill>
                  <a:srgbClr val="1A2F45"/>
                </a:solidFill>
              </a:rPr>
              <a:t>FCFS Waiting Time Calculations</a:t>
            </a:r>
            <a:endParaRPr lang="en-US" sz="1300" dirty="0"/>
          </a:p>
        </p:txBody>
      </p:sp>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365760" y="4251960"/>
          <a:ext cx="8229600" cy="1463040"/>
        </p:xfrm>
        <a:graphic>
          <a:graphicData uri="http://schemas.openxmlformats.org/drawingml/2006/table">
            <a:tbl>
              <a:tblPr/>
              <a:tblGrid>
                <a:gridCol w="1828800"/>
                <a:gridCol w="1371600"/>
                <a:gridCol w="1371600"/>
                <a:gridCol w="1828800"/>
                <a:gridCol w="1828800"/>
              </a:tblGrid>
              <a:tr h="292608">
                <a:tc>
                  <a:txBody>
                    <a:bodyPr/>
                    <a:lstStyle/>
                    <a:p>
                      <a:pPr algn="ctr" indent="0" marL="0">
                        <a:buNone/>
                      </a:pPr>
                      <a:r>
                        <a:rPr lang="en-US" sz="1200" b="1" dirty="0">
                          <a:solidFill>
                            <a:srgbClr val="FFFFFF"/>
                          </a:solidFill>
                        </a:rPr>
                        <a:t>Process</a:t>
                      </a: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1A2F45"/>
                    </a:solidFill>
                  </a:tcPr>
                </a:tc>
                <a:tc>
                  <a:txBody>
                    <a:bodyPr/>
                    <a:lstStyle/>
                    <a:p>
                      <a:pPr algn="ctr" indent="0" marL="0">
                        <a:buNone/>
                      </a:pPr>
                      <a:r>
                        <a:rPr lang="en-US" sz="1200" b="1" dirty="0">
                          <a:solidFill>
                            <a:srgbClr val="FFFFFF"/>
                          </a:solidFill>
                        </a:rPr>
                        <a:t>Arrival</a:t>
                      </a: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1A2F45"/>
                    </a:solidFill>
                  </a:tcPr>
                </a:tc>
                <a:tc>
                  <a:txBody>
                    <a:bodyPr/>
                    <a:lstStyle/>
                    <a:p>
                      <a:pPr algn="ctr" indent="0" marL="0">
                        <a:buNone/>
                      </a:pPr>
                      <a:r>
                        <a:rPr lang="en-US" sz="1200" b="1" dirty="0">
                          <a:solidFill>
                            <a:srgbClr val="FFFFFF"/>
                          </a:solidFill>
                        </a:rPr>
                        <a:t>Burst</a:t>
                      </a: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1A2F45"/>
                    </a:solidFill>
                  </a:tcPr>
                </a:tc>
                <a:tc>
                  <a:txBody>
                    <a:bodyPr/>
                    <a:lstStyle/>
                    <a:p>
                      <a:pPr algn="ctr" indent="0" marL="0">
                        <a:buNone/>
                      </a:pPr>
                      <a:r>
                        <a:rPr lang="en-US" sz="1200" b="1" dirty="0">
                          <a:solidFill>
                            <a:srgbClr val="FFFFFF"/>
                          </a:solidFill>
                        </a:rPr>
                        <a:t>Finish</a:t>
                      </a: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1A2F45"/>
                    </a:solidFill>
                  </a:tcPr>
                </a:tc>
                <a:tc>
                  <a:txBody>
                    <a:bodyPr/>
                    <a:lstStyle/>
                    <a:p>
                      <a:pPr algn="ctr" indent="0" marL="0">
                        <a:buNone/>
                      </a:pPr>
                      <a:r>
                        <a:rPr lang="en-US" sz="1200" b="1" dirty="0">
                          <a:solidFill>
                            <a:srgbClr val="FFFFFF"/>
                          </a:solidFill>
                        </a:rPr>
                        <a:t>Waiting</a:t>
                      </a: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1A2F45"/>
                    </a:solidFill>
                  </a:tcPr>
                </a:tc>
              </a:tr>
              <a:tr h="292608">
                <a:tc>
                  <a:txBody>
                    <a:bodyPr/>
                    <a:lstStyle/>
                    <a:p>
                      <a:pPr algn="ctr" indent="0" marL="0">
                        <a:buNone/>
                      </a:pPr>
                      <a:r>
                        <a:rPr lang="en-US" sz="1200" dirty="0">
                          <a:solidFill>
                            <a:srgbClr val="000000"/>
                          </a:solidFill>
                        </a:rPr>
                        <a:t>P1</a:t>
                      </a: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0</a:t>
                      </a: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5</a:t>
                      </a: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5</a:t>
                      </a: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0</a:t>
                      </a: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r>
              <a:tr h="292608">
                <a:tc>
                  <a:txBody>
                    <a:bodyPr/>
                    <a:lstStyle/>
                    <a:p>
                      <a:pPr algn="ctr" indent="0" marL="0">
                        <a:buNone/>
                      </a:pPr>
                      <a:r>
                        <a:rPr lang="en-US" sz="1200" dirty="0">
                          <a:solidFill>
                            <a:srgbClr val="000000"/>
                          </a:solidFill>
                        </a:rPr>
                        <a:t>P2</a:t>
                      </a: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1</a:t>
                      </a: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3</a:t>
                      </a: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8</a:t>
                      </a: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4</a:t>
                      </a: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r>
              <a:tr h="292608">
                <a:tc>
                  <a:txBody>
                    <a:bodyPr/>
                    <a:lstStyle/>
                    <a:p>
                      <a:pPr algn="ctr" indent="0" marL="0">
                        <a:buNone/>
                      </a:pPr>
                      <a:r>
                        <a:rPr lang="en-US" sz="1200" dirty="0">
                          <a:solidFill>
                            <a:srgbClr val="000000"/>
                          </a:solidFill>
                        </a:rPr>
                        <a:t>P3</a:t>
                      </a: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2</a:t>
                      </a: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1</a:t>
                      </a: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9</a:t>
                      </a: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6</a:t>
                      </a: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r>
              <a:tr h="292608">
                <a:tc>
                  <a:txBody>
                    <a:bodyPr/>
                    <a:lstStyle/>
                    <a:p>
                      <a:pPr algn="ctr" indent="0" marL="0">
                        <a:buNone/>
                      </a:pPr>
                      <a:r>
                        <a:rPr lang="en-US" sz="1200" b="1" dirty="0">
                          <a:solidFill>
                            <a:srgbClr val="000000"/>
                          </a:solidFill>
                        </a:rPr>
                        <a:t>Average</a:t>
                      </a: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c>
                  <a:txBody>
                    <a:bodyPr/>
                    <a:lstStyle/>
                    <a:p>
                      <a:pPr algn="ctr" indent="0" marL="0">
                        <a:buNone/>
                      </a:pP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c>
                  <a:txBody>
                    <a:bodyPr/>
                    <a:lstStyle/>
                    <a:p>
                      <a:pPr algn="ctr" indent="0" marL="0">
                        <a:buNone/>
                      </a:pP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c>
                  <a:txBody>
                    <a:bodyPr/>
                    <a:lstStyle/>
                    <a:p>
                      <a:pPr algn="ctr" indent="0" marL="0">
                        <a:buNone/>
                      </a:pP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B7F79"/>
                          </a:solidFill>
                        </a:rPr>
                        <a:t>3.33</a:t>
                      </a: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F4A261"/>
          </a:solidFill>
          <a:ln/>
        </p:spPr>
      </p:sp>
      <p:sp>
        <p:nvSpPr>
          <p:cNvPr id="3" name="Text 1"/>
          <p:cNvSpPr/>
          <p:nvPr/>
        </p:nvSpPr>
        <p:spPr>
          <a:xfrm>
            <a:off x="365760" y="0"/>
            <a:ext cx="8412480" cy="914400"/>
          </a:xfrm>
          <a:prstGeom prst="rect">
            <a:avLst/>
          </a:prstGeom>
          <a:noFill/>
          <a:ln/>
        </p:spPr>
        <p:txBody>
          <a:bodyPr wrap="square" rtlCol="0" anchor="ctr"/>
          <a:lstStyle/>
          <a:p>
            <a:pPr indent="0" marL="0">
              <a:buNone/>
            </a:pPr>
            <a:r>
              <a:rPr lang="en-US" sz="2200" b="1" dirty="0">
                <a:solidFill>
                  <a:srgbClr val="FFFFFF"/>
                </a:solidFill>
              </a:rPr>
              <a:t>PART 1  ·  Round Robin  (Quantum = 2)</a:t>
            </a:r>
            <a:endParaRPr lang="en-US" sz="2200" dirty="0"/>
          </a:p>
        </p:txBody>
      </p:sp>
      <p:sp>
        <p:nvSpPr>
          <p:cNvPr id="4" name="Text 2"/>
          <p:cNvSpPr/>
          <p:nvPr/>
        </p:nvSpPr>
        <p:spPr>
          <a:xfrm>
            <a:off x="365760" y="1005840"/>
            <a:ext cx="8229600" cy="274320"/>
          </a:xfrm>
          <a:prstGeom prst="rect">
            <a:avLst/>
          </a:prstGeom>
          <a:noFill/>
          <a:ln/>
        </p:spPr>
        <p:txBody>
          <a:bodyPr wrap="square" rtlCol="0" anchor="ctr"/>
          <a:lstStyle/>
          <a:p>
            <a:pPr indent="0" marL="0">
              <a:buNone/>
            </a:pPr>
            <a:r>
              <a:rPr lang="en-US" sz="1300" b="1" dirty="0">
                <a:solidFill>
                  <a:srgbClr val="1A2F45"/>
                </a:solidFill>
              </a:rPr>
              <a:t>RR Execution Trace</a:t>
            </a:r>
            <a:endParaRPr lang="en-US" sz="1300" dirty="0"/>
          </a:p>
        </p:txBody>
      </p:sp>
      <p:sp>
        <p:nvSpPr>
          <p:cNvPr id="5" name="Text 3"/>
          <p:cNvSpPr/>
          <p:nvPr/>
        </p:nvSpPr>
        <p:spPr>
          <a:xfrm>
            <a:off x="365760" y="1325880"/>
            <a:ext cx="8229600" cy="1463040"/>
          </a:xfrm>
          <a:prstGeom prst="rect">
            <a:avLst/>
          </a:prstGeom>
          <a:noFill/>
          <a:ln/>
        </p:spPr>
        <p:txBody>
          <a:bodyPr wrap="square" rtlCol="0" anchor="ctr"/>
          <a:lstStyle/>
          <a:p>
            <a:pPr indent="0" marL="0">
              <a:lnSpc>
                <a:spcPct val="130000"/>
              </a:lnSpc>
              <a:buNone/>
            </a:pPr>
            <a:r>
              <a:rPr lang="en-US" sz="1150" b="1" dirty="0">
                <a:solidFill>
                  <a:srgbClr val="1A2F45"/>
                </a:solidFill>
              </a:rPr>
              <a:t>Time 0:</a:t>
            </a:r>
            <a:pPr indent="0" marL="0">
              <a:lnSpc>
                <a:spcPct val="130000"/>
              </a:lnSpc>
              <a:buNone/>
            </a:pPr>
            <a:r>
              <a:rPr lang="en-US" sz="1150" dirty="0">
                <a:solidFill>
                  <a:srgbClr val="1A2F45"/>
                </a:solidFill>
              </a:rPr>
              <a:t>  P1 starts (only process) → runs until t=2
</a:t>
            </a:r>
            <a:pPr indent="0" marL="0">
              <a:lnSpc>
                <a:spcPct val="130000"/>
              </a:lnSpc>
              <a:buNone/>
            </a:pPr>
            <a:r>
              <a:rPr lang="en-US" sz="1150" b="1" dirty="0">
                <a:solidFill>
                  <a:srgbClr val="1A2F45"/>
                </a:solidFill>
              </a:rPr>
              <a:t>Time 2:</a:t>
            </a:r>
            <a:pPr indent="0" marL="0">
              <a:lnSpc>
                <a:spcPct val="130000"/>
              </a:lnSpc>
              <a:buNone/>
            </a:pPr>
            <a:r>
              <a:rPr lang="en-US" sz="1150" dirty="0">
                <a:solidFill>
                  <a:srgbClr val="1A2F45"/>
                </a:solidFill>
              </a:rPr>
              <a:t>  P2 arrived at t=1, P3 at t=2 → queue: [P1, P2, P3] → P1 resumes → runs t=2 to t=4
</a:t>
            </a:r>
            <a:pPr indent="0" marL="0">
              <a:lnSpc>
                <a:spcPct val="130000"/>
              </a:lnSpc>
              <a:buNone/>
            </a:pPr>
            <a:r>
              <a:rPr lang="en-US" sz="1150" b="1" dirty="0">
                <a:solidFill>
                  <a:srgbClr val="1A2F45"/>
                </a:solidFill>
              </a:rPr>
              <a:t>Time 4:</a:t>
            </a:r>
            <a:pPr indent="0" marL="0">
              <a:lnSpc>
                <a:spcPct val="130000"/>
              </a:lnSpc>
              <a:buNone/>
            </a:pPr>
            <a:r>
              <a:rPr lang="en-US" sz="1150" dirty="0">
                <a:solidFill>
                  <a:srgbClr val="1A2F45"/>
                </a:solidFill>
              </a:rPr>
              <a:t>  P2 runs for quantum=2 → t=4 to t=6
</a:t>
            </a:r>
            <a:pPr indent="0" marL="0">
              <a:lnSpc>
                <a:spcPct val="130000"/>
              </a:lnSpc>
              <a:buNone/>
            </a:pPr>
            <a:r>
              <a:rPr lang="en-US" sz="1150" b="1" dirty="0">
                <a:solidFill>
                  <a:srgbClr val="1A2F45"/>
                </a:solidFill>
              </a:rPr>
              <a:t>Time 6:</a:t>
            </a:r>
            <a:pPr indent="0" marL="0">
              <a:lnSpc>
                <a:spcPct val="130000"/>
              </a:lnSpc>
              <a:buNone/>
            </a:pPr>
            <a:r>
              <a:rPr lang="en-US" sz="1150" dirty="0">
                <a:solidFill>
                  <a:srgbClr val="1A2F45"/>
                </a:solidFill>
              </a:rPr>
              <a:t>  P3 runs for 1 tick (only 1 left) → t=6 to t=7
</a:t>
            </a:r>
            <a:pPr indent="0" marL="0">
              <a:lnSpc>
                <a:spcPct val="130000"/>
              </a:lnSpc>
              <a:buNone/>
            </a:pPr>
            <a:r>
              <a:rPr lang="en-US" sz="1150" b="1" dirty="0">
                <a:solidFill>
                  <a:srgbClr val="1A2F45"/>
                </a:solidFill>
              </a:rPr>
              <a:t>Time 7:</a:t>
            </a:r>
            <a:pPr indent="0" marL="0">
              <a:lnSpc>
                <a:spcPct val="130000"/>
              </a:lnSpc>
              <a:buNone/>
            </a:pPr>
            <a:r>
              <a:rPr lang="en-US" sz="1150" dirty="0">
                <a:solidFill>
                  <a:srgbClr val="1A2F45"/>
                </a:solidFill>
              </a:rPr>
              <a:t>  P1 has 1 remaining tick → t=7 to t=8 ✓
</a:t>
            </a:r>
            <a:pPr indent="0" marL="0">
              <a:lnSpc>
                <a:spcPct val="130000"/>
              </a:lnSpc>
              <a:buNone/>
            </a:pPr>
            <a:r>
              <a:rPr lang="en-US" sz="1150" b="1" dirty="0">
                <a:solidFill>
                  <a:srgbClr val="1A2F45"/>
                </a:solidFill>
              </a:rPr>
              <a:t>Time 8:</a:t>
            </a:r>
            <a:pPr indent="0" marL="0">
              <a:lnSpc>
                <a:spcPct val="130000"/>
              </a:lnSpc>
              <a:buNone/>
            </a:pPr>
            <a:r>
              <a:rPr lang="en-US" sz="1150" dirty="0">
                <a:solidFill>
                  <a:srgbClr val="1A2F45"/>
                </a:solidFill>
              </a:rPr>
              <a:t>  P2 has 1 remaining tick → t=8 to t=9 ✓</a:t>
            </a:r>
            <a:endParaRPr lang="en-US" sz="1150" dirty="0"/>
          </a:p>
        </p:txBody>
      </p:sp>
      <p:sp>
        <p:nvSpPr>
          <p:cNvPr id="6" name="Text 4"/>
          <p:cNvSpPr/>
          <p:nvPr/>
        </p:nvSpPr>
        <p:spPr>
          <a:xfrm>
            <a:off x="365760" y="2834640"/>
            <a:ext cx="8229600" cy="274320"/>
          </a:xfrm>
          <a:prstGeom prst="rect">
            <a:avLst/>
          </a:prstGeom>
          <a:noFill/>
          <a:ln/>
        </p:spPr>
        <p:txBody>
          <a:bodyPr wrap="square" rtlCol="0" anchor="ctr"/>
          <a:lstStyle/>
          <a:p>
            <a:pPr indent="0" marL="0">
              <a:buNone/>
            </a:pPr>
            <a:r>
              <a:rPr lang="en-US" sz="1300" b="1" dirty="0">
                <a:solidFill>
                  <a:srgbClr val="1A2F45"/>
                </a:solidFill>
              </a:rPr>
              <a:t>RR Gantt Chart</a:t>
            </a:r>
            <a:endParaRPr lang="en-US" sz="1300" dirty="0"/>
          </a:p>
        </p:txBody>
      </p:sp>
      <p:sp>
        <p:nvSpPr>
          <p:cNvPr id="7" name="Shape 5"/>
          <p:cNvSpPr/>
          <p:nvPr/>
        </p:nvSpPr>
        <p:spPr>
          <a:xfrm>
            <a:off x="457200" y="3154680"/>
            <a:ext cx="1788160" cy="502920"/>
          </a:xfrm>
          <a:prstGeom prst="rect">
            <a:avLst/>
          </a:prstGeom>
          <a:solidFill>
            <a:srgbClr val="1B7F79"/>
          </a:solidFill>
          <a:ln w="12700">
            <a:solidFill>
              <a:srgbClr val="FFFFFF"/>
            </a:solidFill>
            <a:prstDash val="solid"/>
          </a:ln>
        </p:spPr>
      </p:sp>
      <p:sp>
        <p:nvSpPr>
          <p:cNvPr id="8" name="Text 6"/>
          <p:cNvSpPr/>
          <p:nvPr/>
        </p:nvSpPr>
        <p:spPr>
          <a:xfrm>
            <a:off x="457200" y="3154680"/>
            <a:ext cx="1788160" cy="502920"/>
          </a:xfrm>
          <a:prstGeom prst="rect">
            <a:avLst/>
          </a:prstGeom>
          <a:noFill/>
          <a:ln/>
        </p:spPr>
        <p:txBody>
          <a:bodyPr wrap="square" rtlCol="0" anchor="ctr"/>
          <a:lstStyle/>
          <a:p>
            <a:pPr algn="ctr" indent="0" marL="0">
              <a:buNone/>
            </a:pPr>
            <a:r>
              <a:rPr lang="en-US" sz="1200" b="1" dirty="0">
                <a:solidFill>
                  <a:srgbClr val="FFFFFF"/>
                </a:solidFill>
              </a:rPr>
              <a:t>P1</a:t>
            </a:r>
            <a:endParaRPr lang="en-US" sz="1200" dirty="0"/>
          </a:p>
        </p:txBody>
      </p:sp>
      <p:sp>
        <p:nvSpPr>
          <p:cNvPr id="9" name="Text 7"/>
          <p:cNvSpPr/>
          <p:nvPr/>
        </p:nvSpPr>
        <p:spPr>
          <a:xfrm>
            <a:off x="320040" y="3675888"/>
            <a:ext cx="274320" cy="201168"/>
          </a:xfrm>
          <a:prstGeom prst="rect">
            <a:avLst/>
          </a:prstGeom>
          <a:noFill/>
          <a:ln/>
        </p:spPr>
        <p:txBody>
          <a:bodyPr wrap="square" rtlCol="0" anchor="ctr"/>
          <a:lstStyle/>
          <a:p>
            <a:pPr algn="ctr" indent="0" marL="0">
              <a:buNone/>
            </a:pPr>
            <a:r>
              <a:rPr lang="en-US" sz="1000" dirty="0">
                <a:solidFill>
                  <a:srgbClr val="8DA2B5"/>
                </a:solidFill>
              </a:rPr>
              <a:t>0</a:t>
            </a:r>
            <a:endParaRPr lang="en-US" sz="1000" dirty="0"/>
          </a:p>
        </p:txBody>
      </p:sp>
      <p:sp>
        <p:nvSpPr>
          <p:cNvPr id="10" name="Shape 8"/>
          <p:cNvSpPr/>
          <p:nvPr/>
        </p:nvSpPr>
        <p:spPr>
          <a:xfrm>
            <a:off x="2245360" y="3154680"/>
            <a:ext cx="1788160" cy="502920"/>
          </a:xfrm>
          <a:prstGeom prst="rect">
            <a:avLst/>
          </a:prstGeom>
          <a:solidFill>
            <a:srgbClr val="1B7F79"/>
          </a:solidFill>
          <a:ln w="12700">
            <a:solidFill>
              <a:srgbClr val="FFFFFF"/>
            </a:solidFill>
            <a:prstDash val="solid"/>
          </a:ln>
        </p:spPr>
      </p:sp>
      <p:sp>
        <p:nvSpPr>
          <p:cNvPr id="11" name="Text 9"/>
          <p:cNvSpPr/>
          <p:nvPr/>
        </p:nvSpPr>
        <p:spPr>
          <a:xfrm>
            <a:off x="2245360" y="3154680"/>
            <a:ext cx="1788160" cy="502920"/>
          </a:xfrm>
          <a:prstGeom prst="rect">
            <a:avLst/>
          </a:prstGeom>
          <a:noFill/>
          <a:ln/>
        </p:spPr>
        <p:txBody>
          <a:bodyPr wrap="square" rtlCol="0" anchor="ctr"/>
          <a:lstStyle/>
          <a:p>
            <a:pPr algn="ctr" indent="0" marL="0">
              <a:buNone/>
            </a:pPr>
            <a:r>
              <a:rPr lang="en-US" sz="1200" b="1" dirty="0">
                <a:solidFill>
                  <a:srgbClr val="FFFFFF"/>
                </a:solidFill>
              </a:rPr>
              <a:t>P1</a:t>
            </a:r>
            <a:endParaRPr lang="en-US" sz="1200" dirty="0"/>
          </a:p>
        </p:txBody>
      </p:sp>
      <p:sp>
        <p:nvSpPr>
          <p:cNvPr id="12" name="Text 10"/>
          <p:cNvSpPr/>
          <p:nvPr/>
        </p:nvSpPr>
        <p:spPr>
          <a:xfrm>
            <a:off x="2108200" y="3675888"/>
            <a:ext cx="274320" cy="201168"/>
          </a:xfrm>
          <a:prstGeom prst="rect">
            <a:avLst/>
          </a:prstGeom>
          <a:noFill/>
          <a:ln/>
        </p:spPr>
        <p:txBody>
          <a:bodyPr wrap="square" rtlCol="0" anchor="ctr"/>
          <a:lstStyle/>
          <a:p>
            <a:pPr algn="ctr" indent="0" marL="0">
              <a:buNone/>
            </a:pPr>
            <a:r>
              <a:rPr lang="en-US" sz="1000" dirty="0">
                <a:solidFill>
                  <a:srgbClr val="8DA2B5"/>
                </a:solidFill>
              </a:rPr>
              <a:t>2</a:t>
            </a:r>
            <a:endParaRPr lang="en-US" sz="1000" dirty="0"/>
          </a:p>
        </p:txBody>
      </p:sp>
      <p:sp>
        <p:nvSpPr>
          <p:cNvPr id="13" name="Shape 11"/>
          <p:cNvSpPr/>
          <p:nvPr/>
        </p:nvSpPr>
        <p:spPr>
          <a:xfrm>
            <a:off x="4033520" y="3154680"/>
            <a:ext cx="1788160" cy="502920"/>
          </a:xfrm>
          <a:prstGeom prst="rect">
            <a:avLst/>
          </a:prstGeom>
          <a:solidFill>
            <a:srgbClr val="F4A261"/>
          </a:solidFill>
          <a:ln w="12700">
            <a:solidFill>
              <a:srgbClr val="FFFFFF"/>
            </a:solidFill>
            <a:prstDash val="solid"/>
          </a:ln>
        </p:spPr>
      </p:sp>
      <p:sp>
        <p:nvSpPr>
          <p:cNvPr id="14" name="Text 12"/>
          <p:cNvSpPr/>
          <p:nvPr/>
        </p:nvSpPr>
        <p:spPr>
          <a:xfrm>
            <a:off x="4033520" y="3154680"/>
            <a:ext cx="1788160" cy="502920"/>
          </a:xfrm>
          <a:prstGeom prst="rect">
            <a:avLst/>
          </a:prstGeom>
          <a:noFill/>
          <a:ln/>
        </p:spPr>
        <p:txBody>
          <a:bodyPr wrap="square" rtlCol="0" anchor="ctr"/>
          <a:lstStyle/>
          <a:p>
            <a:pPr algn="ctr" indent="0" marL="0">
              <a:buNone/>
            </a:pPr>
            <a:r>
              <a:rPr lang="en-US" sz="1200" b="1" dirty="0">
                <a:solidFill>
                  <a:srgbClr val="FFFFFF"/>
                </a:solidFill>
              </a:rPr>
              <a:t>P2</a:t>
            </a:r>
            <a:endParaRPr lang="en-US" sz="1200" dirty="0"/>
          </a:p>
        </p:txBody>
      </p:sp>
      <p:sp>
        <p:nvSpPr>
          <p:cNvPr id="15" name="Text 13"/>
          <p:cNvSpPr/>
          <p:nvPr/>
        </p:nvSpPr>
        <p:spPr>
          <a:xfrm>
            <a:off x="3896360" y="3675888"/>
            <a:ext cx="274320" cy="201168"/>
          </a:xfrm>
          <a:prstGeom prst="rect">
            <a:avLst/>
          </a:prstGeom>
          <a:noFill/>
          <a:ln/>
        </p:spPr>
        <p:txBody>
          <a:bodyPr wrap="square" rtlCol="0" anchor="ctr"/>
          <a:lstStyle/>
          <a:p>
            <a:pPr algn="ctr" indent="0" marL="0">
              <a:buNone/>
            </a:pPr>
            <a:r>
              <a:rPr lang="en-US" sz="1000" dirty="0">
                <a:solidFill>
                  <a:srgbClr val="8DA2B5"/>
                </a:solidFill>
              </a:rPr>
              <a:t>4</a:t>
            </a:r>
            <a:endParaRPr lang="en-US" sz="1000" dirty="0"/>
          </a:p>
        </p:txBody>
      </p:sp>
      <p:sp>
        <p:nvSpPr>
          <p:cNvPr id="16" name="Shape 14"/>
          <p:cNvSpPr/>
          <p:nvPr/>
        </p:nvSpPr>
        <p:spPr>
          <a:xfrm>
            <a:off x="5821680" y="3154680"/>
            <a:ext cx="894080" cy="502920"/>
          </a:xfrm>
          <a:prstGeom prst="rect">
            <a:avLst/>
          </a:prstGeom>
          <a:solidFill>
            <a:srgbClr val="E63946"/>
          </a:solidFill>
          <a:ln w="12700">
            <a:solidFill>
              <a:srgbClr val="FFFFFF"/>
            </a:solidFill>
            <a:prstDash val="solid"/>
          </a:ln>
        </p:spPr>
      </p:sp>
      <p:sp>
        <p:nvSpPr>
          <p:cNvPr id="17" name="Text 15"/>
          <p:cNvSpPr/>
          <p:nvPr/>
        </p:nvSpPr>
        <p:spPr>
          <a:xfrm>
            <a:off x="5821680" y="3154680"/>
            <a:ext cx="894080" cy="502920"/>
          </a:xfrm>
          <a:prstGeom prst="rect">
            <a:avLst/>
          </a:prstGeom>
          <a:noFill/>
          <a:ln/>
        </p:spPr>
        <p:txBody>
          <a:bodyPr wrap="square" rtlCol="0" anchor="ctr"/>
          <a:lstStyle/>
          <a:p>
            <a:pPr algn="ctr" indent="0" marL="0">
              <a:buNone/>
            </a:pPr>
            <a:r>
              <a:rPr lang="en-US" sz="1200" b="1" dirty="0">
                <a:solidFill>
                  <a:srgbClr val="FFFFFF"/>
                </a:solidFill>
              </a:rPr>
              <a:t>P3</a:t>
            </a:r>
            <a:endParaRPr lang="en-US" sz="1200" dirty="0"/>
          </a:p>
        </p:txBody>
      </p:sp>
      <p:sp>
        <p:nvSpPr>
          <p:cNvPr id="18" name="Text 16"/>
          <p:cNvSpPr/>
          <p:nvPr/>
        </p:nvSpPr>
        <p:spPr>
          <a:xfrm>
            <a:off x="5684520" y="3675888"/>
            <a:ext cx="274320" cy="201168"/>
          </a:xfrm>
          <a:prstGeom prst="rect">
            <a:avLst/>
          </a:prstGeom>
          <a:noFill/>
          <a:ln/>
        </p:spPr>
        <p:txBody>
          <a:bodyPr wrap="square" rtlCol="0" anchor="ctr"/>
          <a:lstStyle/>
          <a:p>
            <a:pPr algn="ctr" indent="0" marL="0">
              <a:buNone/>
            </a:pPr>
            <a:r>
              <a:rPr lang="en-US" sz="1000" dirty="0">
                <a:solidFill>
                  <a:srgbClr val="8DA2B5"/>
                </a:solidFill>
              </a:rPr>
              <a:t>6</a:t>
            </a:r>
            <a:endParaRPr lang="en-US" sz="1000" dirty="0"/>
          </a:p>
        </p:txBody>
      </p:sp>
      <p:sp>
        <p:nvSpPr>
          <p:cNvPr id="19" name="Shape 17"/>
          <p:cNvSpPr/>
          <p:nvPr/>
        </p:nvSpPr>
        <p:spPr>
          <a:xfrm>
            <a:off x="6715760" y="3154680"/>
            <a:ext cx="894080" cy="502920"/>
          </a:xfrm>
          <a:prstGeom prst="rect">
            <a:avLst/>
          </a:prstGeom>
          <a:solidFill>
            <a:srgbClr val="1B7F79"/>
          </a:solidFill>
          <a:ln w="12700">
            <a:solidFill>
              <a:srgbClr val="FFFFFF"/>
            </a:solidFill>
            <a:prstDash val="solid"/>
          </a:ln>
        </p:spPr>
      </p:sp>
      <p:sp>
        <p:nvSpPr>
          <p:cNvPr id="20" name="Text 18"/>
          <p:cNvSpPr/>
          <p:nvPr/>
        </p:nvSpPr>
        <p:spPr>
          <a:xfrm>
            <a:off x="6715760" y="3154680"/>
            <a:ext cx="894080" cy="502920"/>
          </a:xfrm>
          <a:prstGeom prst="rect">
            <a:avLst/>
          </a:prstGeom>
          <a:noFill/>
          <a:ln/>
        </p:spPr>
        <p:txBody>
          <a:bodyPr wrap="square" rtlCol="0" anchor="ctr"/>
          <a:lstStyle/>
          <a:p>
            <a:pPr algn="ctr" indent="0" marL="0">
              <a:buNone/>
            </a:pPr>
            <a:r>
              <a:rPr lang="en-US" sz="1200" b="1" dirty="0">
                <a:solidFill>
                  <a:srgbClr val="FFFFFF"/>
                </a:solidFill>
              </a:rPr>
              <a:t>P1</a:t>
            </a:r>
            <a:endParaRPr lang="en-US" sz="1200" dirty="0"/>
          </a:p>
        </p:txBody>
      </p:sp>
      <p:sp>
        <p:nvSpPr>
          <p:cNvPr id="21" name="Text 19"/>
          <p:cNvSpPr/>
          <p:nvPr/>
        </p:nvSpPr>
        <p:spPr>
          <a:xfrm>
            <a:off x="6578600" y="3675888"/>
            <a:ext cx="274320" cy="201168"/>
          </a:xfrm>
          <a:prstGeom prst="rect">
            <a:avLst/>
          </a:prstGeom>
          <a:noFill/>
          <a:ln/>
        </p:spPr>
        <p:txBody>
          <a:bodyPr wrap="square" rtlCol="0" anchor="ctr"/>
          <a:lstStyle/>
          <a:p>
            <a:pPr algn="ctr" indent="0" marL="0">
              <a:buNone/>
            </a:pPr>
            <a:r>
              <a:rPr lang="en-US" sz="1000" dirty="0">
                <a:solidFill>
                  <a:srgbClr val="8DA2B5"/>
                </a:solidFill>
              </a:rPr>
              <a:t>7</a:t>
            </a:r>
            <a:endParaRPr lang="en-US" sz="1000" dirty="0"/>
          </a:p>
        </p:txBody>
      </p:sp>
      <p:sp>
        <p:nvSpPr>
          <p:cNvPr id="22" name="Shape 20"/>
          <p:cNvSpPr/>
          <p:nvPr/>
        </p:nvSpPr>
        <p:spPr>
          <a:xfrm>
            <a:off x="7609840" y="3154680"/>
            <a:ext cx="894080" cy="502920"/>
          </a:xfrm>
          <a:prstGeom prst="rect">
            <a:avLst/>
          </a:prstGeom>
          <a:solidFill>
            <a:srgbClr val="F4A261"/>
          </a:solidFill>
          <a:ln w="12700">
            <a:solidFill>
              <a:srgbClr val="FFFFFF"/>
            </a:solidFill>
            <a:prstDash val="solid"/>
          </a:ln>
        </p:spPr>
      </p:sp>
      <p:sp>
        <p:nvSpPr>
          <p:cNvPr id="23" name="Text 21"/>
          <p:cNvSpPr/>
          <p:nvPr/>
        </p:nvSpPr>
        <p:spPr>
          <a:xfrm>
            <a:off x="7609840" y="3154680"/>
            <a:ext cx="894080" cy="502920"/>
          </a:xfrm>
          <a:prstGeom prst="rect">
            <a:avLst/>
          </a:prstGeom>
          <a:noFill/>
          <a:ln/>
        </p:spPr>
        <p:txBody>
          <a:bodyPr wrap="square" rtlCol="0" anchor="ctr"/>
          <a:lstStyle/>
          <a:p>
            <a:pPr algn="ctr" indent="0" marL="0">
              <a:buNone/>
            </a:pPr>
            <a:r>
              <a:rPr lang="en-US" sz="1200" b="1" dirty="0">
                <a:solidFill>
                  <a:srgbClr val="FFFFFF"/>
                </a:solidFill>
              </a:rPr>
              <a:t>P2</a:t>
            </a:r>
            <a:endParaRPr lang="en-US" sz="1200" dirty="0"/>
          </a:p>
        </p:txBody>
      </p:sp>
      <p:sp>
        <p:nvSpPr>
          <p:cNvPr id="24" name="Text 22"/>
          <p:cNvSpPr/>
          <p:nvPr/>
        </p:nvSpPr>
        <p:spPr>
          <a:xfrm>
            <a:off x="7472680" y="3675888"/>
            <a:ext cx="274320" cy="201168"/>
          </a:xfrm>
          <a:prstGeom prst="rect">
            <a:avLst/>
          </a:prstGeom>
          <a:noFill/>
          <a:ln/>
        </p:spPr>
        <p:txBody>
          <a:bodyPr wrap="square" rtlCol="0" anchor="ctr"/>
          <a:lstStyle/>
          <a:p>
            <a:pPr algn="ctr" indent="0" marL="0">
              <a:buNone/>
            </a:pPr>
            <a:r>
              <a:rPr lang="en-US" sz="1000" dirty="0">
                <a:solidFill>
                  <a:srgbClr val="8DA2B5"/>
                </a:solidFill>
              </a:rPr>
              <a:t>8</a:t>
            </a:r>
            <a:endParaRPr lang="en-US" sz="1000" dirty="0"/>
          </a:p>
        </p:txBody>
      </p:sp>
      <p:sp>
        <p:nvSpPr>
          <p:cNvPr id="25" name="Text 23"/>
          <p:cNvSpPr/>
          <p:nvPr/>
        </p:nvSpPr>
        <p:spPr>
          <a:xfrm>
            <a:off x="8366760" y="3675888"/>
            <a:ext cx="274320" cy="201168"/>
          </a:xfrm>
          <a:prstGeom prst="rect">
            <a:avLst/>
          </a:prstGeom>
          <a:noFill/>
          <a:ln/>
        </p:spPr>
        <p:txBody>
          <a:bodyPr wrap="square" rtlCol="0" anchor="ctr"/>
          <a:lstStyle/>
          <a:p>
            <a:pPr algn="ctr" indent="0" marL="0">
              <a:buNone/>
            </a:pPr>
            <a:r>
              <a:rPr lang="en-US" sz="1000" dirty="0">
                <a:solidFill>
                  <a:srgbClr val="8DA2B5"/>
                </a:solidFill>
              </a:rPr>
              <a:t>9</a:t>
            </a:r>
            <a:endParaRPr lang="en-US" sz="1000" dirty="0"/>
          </a:p>
        </p:txBody>
      </p:sp>
      <p:sp>
        <p:nvSpPr>
          <p:cNvPr id="26" name="Text 24"/>
          <p:cNvSpPr/>
          <p:nvPr/>
        </p:nvSpPr>
        <p:spPr>
          <a:xfrm>
            <a:off x="365760" y="3886200"/>
            <a:ext cx="8229600" cy="274320"/>
          </a:xfrm>
          <a:prstGeom prst="rect">
            <a:avLst/>
          </a:prstGeom>
          <a:noFill/>
          <a:ln/>
        </p:spPr>
        <p:txBody>
          <a:bodyPr wrap="square" rtlCol="0" anchor="ctr"/>
          <a:lstStyle/>
          <a:p>
            <a:pPr indent="0" marL="0">
              <a:buNone/>
            </a:pPr>
            <a:r>
              <a:rPr lang="en-US" sz="1300" b="1" dirty="0">
                <a:solidFill>
                  <a:srgbClr val="1A2F45"/>
                </a:solidFill>
              </a:rPr>
              <a:t>RR Waiting Time  (Finish − Arrival − Burst)</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365760" y="4160520"/>
          <a:ext cx="8229600" cy="1371600"/>
        </p:xfrm>
        <a:graphic>
          <a:graphicData uri="http://schemas.openxmlformats.org/drawingml/2006/table">
            <a:tbl>
              <a:tblPr/>
              <a:tblGrid>
                <a:gridCol w="1828800"/>
                <a:gridCol w="1371600"/>
                <a:gridCol w="1371600"/>
                <a:gridCol w="1828800"/>
                <a:gridCol w="1828800"/>
              </a:tblGrid>
              <a:tr h="274320">
                <a:tc>
                  <a:txBody>
                    <a:bodyPr/>
                    <a:lstStyle/>
                    <a:p>
                      <a:pPr algn="ctr" indent="0" marL="0">
                        <a:buNone/>
                      </a:pPr>
                      <a:r>
                        <a:rPr lang="en-US" sz="1200" b="1" dirty="0">
                          <a:solidFill>
                            <a:srgbClr val="FFFFFF"/>
                          </a:solidFill>
                        </a:rPr>
                        <a:t>Process</a:t>
                      </a: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1A2F45"/>
                    </a:solidFill>
                  </a:tcPr>
                </a:tc>
                <a:tc>
                  <a:txBody>
                    <a:bodyPr/>
                    <a:lstStyle/>
                    <a:p>
                      <a:pPr algn="ctr" indent="0" marL="0">
                        <a:buNone/>
                      </a:pPr>
                      <a:r>
                        <a:rPr lang="en-US" sz="1200" b="1" dirty="0">
                          <a:solidFill>
                            <a:srgbClr val="FFFFFF"/>
                          </a:solidFill>
                        </a:rPr>
                        <a:t>Arrival</a:t>
                      </a: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1A2F45"/>
                    </a:solidFill>
                  </a:tcPr>
                </a:tc>
                <a:tc>
                  <a:txBody>
                    <a:bodyPr/>
                    <a:lstStyle/>
                    <a:p>
                      <a:pPr algn="ctr" indent="0" marL="0">
                        <a:buNone/>
                      </a:pPr>
                      <a:r>
                        <a:rPr lang="en-US" sz="1200" b="1" dirty="0">
                          <a:solidFill>
                            <a:srgbClr val="FFFFFF"/>
                          </a:solidFill>
                        </a:rPr>
                        <a:t>Burst</a:t>
                      </a: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1A2F45"/>
                    </a:solidFill>
                  </a:tcPr>
                </a:tc>
                <a:tc>
                  <a:txBody>
                    <a:bodyPr/>
                    <a:lstStyle/>
                    <a:p>
                      <a:pPr algn="ctr" indent="0" marL="0">
                        <a:buNone/>
                      </a:pPr>
                      <a:r>
                        <a:rPr lang="en-US" sz="1200" b="1" dirty="0">
                          <a:solidFill>
                            <a:srgbClr val="FFFFFF"/>
                          </a:solidFill>
                        </a:rPr>
                        <a:t>Finish</a:t>
                      </a: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1A2F45"/>
                    </a:solidFill>
                  </a:tcPr>
                </a:tc>
                <a:tc>
                  <a:txBody>
                    <a:bodyPr/>
                    <a:lstStyle/>
                    <a:p>
                      <a:pPr algn="ctr" indent="0" marL="0">
                        <a:buNone/>
                      </a:pPr>
                      <a:r>
                        <a:rPr lang="en-US" sz="1200" b="1" dirty="0">
                          <a:solidFill>
                            <a:srgbClr val="FFFFFF"/>
                          </a:solidFill>
                        </a:rPr>
                        <a:t>Waiting</a:t>
                      </a: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1A2F45"/>
                    </a:solidFill>
                  </a:tcPr>
                </a:tc>
              </a:tr>
              <a:tr h="274320">
                <a:tc>
                  <a:txBody>
                    <a:bodyPr/>
                    <a:lstStyle/>
                    <a:p>
                      <a:pPr algn="ctr" indent="0" marL="0">
                        <a:buNone/>
                      </a:pPr>
                      <a:r>
                        <a:rPr lang="en-US" sz="1200" dirty="0">
                          <a:solidFill>
                            <a:srgbClr val="000000"/>
                          </a:solidFill>
                        </a:rPr>
                        <a:t>P1</a:t>
                      </a: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0</a:t>
                      </a: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5</a:t>
                      </a: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8</a:t>
                      </a: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3</a:t>
                      </a: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r>
              <a:tr h="274320">
                <a:tc>
                  <a:txBody>
                    <a:bodyPr/>
                    <a:lstStyle/>
                    <a:p>
                      <a:pPr algn="ctr" indent="0" marL="0">
                        <a:buNone/>
                      </a:pPr>
                      <a:r>
                        <a:rPr lang="en-US" sz="1200" dirty="0">
                          <a:solidFill>
                            <a:srgbClr val="000000"/>
                          </a:solidFill>
                        </a:rPr>
                        <a:t>P2</a:t>
                      </a: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1</a:t>
                      </a: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3</a:t>
                      </a: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9</a:t>
                      </a: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5</a:t>
                      </a: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r>
              <a:tr h="274320">
                <a:tc>
                  <a:txBody>
                    <a:bodyPr/>
                    <a:lstStyle/>
                    <a:p>
                      <a:pPr algn="ctr" indent="0" marL="0">
                        <a:buNone/>
                      </a:pPr>
                      <a:r>
                        <a:rPr lang="en-US" sz="1200" dirty="0">
                          <a:solidFill>
                            <a:srgbClr val="000000"/>
                          </a:solidFill>
                        </a:rPr>
                        <a:t>P3</a:t>
                      </a: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2</a:t>
                      </a: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1</a:t>
                      </a: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7</a:t>
                      </a: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4</a:t>
                      </a: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r>
              <a:tr h="274320">
                <a:tc>
                  <a:txBody>
                    <a:bodyPr/>
                    <a:lstStyle/>
                    <a:p>
                      <a:pPr algn="ctr" indent="0" marL="0">
                        <a:buNone/>
                      </a:pPr>
                      <a:r>
                        <a:rPr lang="en-US" sz="1200" b="1" dirty="0">
                          <a:solidFill>
                            <a:srgbClr val="000000"/>
                          </a:solidFill>
                        </a:rPr>
                        <a:t>Average</a:t>
                      </a: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c>
                  <a:txBody>
                    <a:bodyPr/>
                    <a:lstStyle/>
                    <a:p>
                      <a:pPr algn="ctr" indent="0" marL="0">
                        <a:buNone/>
                      </a:pP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c>
                  <a:txBody>
                    <a:bodyPr/>
                    <a:lstStyle/>
                    <a:p>
                      <a:pPr algn="ctr" indent="0" marL="0">
                        <a:buNone/>
                      </a:pP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c>
                  <a:txBody>
                    <a:bodyPr/>
                    <a:lstStyle/>
                    <a:p>
                      <a:pPr algn="ctr" indent="0" marL="0">
                        <a:buNone/>
                      </a:pP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4A261"/>
                          </a:solidFill>
                        </a:rPr>
                        <a:t>4.00</a:t>
                      </a:r>
                      <a:endParaRPr lang="en-US" sz="1200" dirty="0"/>
                    </a:p>
                  </a:txBody>
                  <a:tcPr marL="91440" marR="91440" marT="45720" marB="45720">
                    <a:lnL w="12700" cap="flat" cmpd="sng" algn="ctr">
                      <a:solidFill>
                        <a:srgbClr val="CCDDDD"/>
                      </a:solidFill>
                      <a:prstDash val="solid"/>
                      <a:round/>
                      <a:headEnd type="none" w="med" len="med"/>
                      <a:tailEnd type="none" w="med" len="med"/>
                    </a:lnL>
                    <a:lnR w="12700" cap="flat" cmpd="sng" algn="ctr">
                      <a:solidFill>
                        <a:srgbClr val="CCDDDD"/>
                      </a:solidFill>
                      <a:prstDash val="solid"/>
                      <a:round/>
                      <a:headEnd type="none" w="med" len="med"/>
                      <a:tailEnd type="none" w="med" len="med"/>
                    </a:lnR>
                    <a:lnT w="12700" cap="flat" cmpd="sng" algn="ctr">
                      <a:solidFill>
                        <a:srgbClr val="CCDDDD"/>
                      </a:solidFill>
                      <a:prstDash val="solid"/>
                      <a:round/>
                      <a:headEnd type="none" w="med" len="med"/>
                      <a:tailEnd type="none" w="med" len="med"/>
                    </a:lnT>
                    <a:lnB w="12700" cap="flat" cmpd="sng" algn="ctr">
                      <a:solidFill>
                        <a:srgbClr val="CCDD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F45"/>
          </a:solidFill>
          <a:ln/>
        </p:spPr>
      </p:sp>
      <p:sp>
        <p:nvSpPr>
          <p:cNvPr id="3" name="Text 1"/>
          <p:cNvSpPr/>
          <p:nvPr/>
        </p:nvSpPr>
        <p:spPr>
          <a:xfrm>
            <a:off x="365760" y="0"/>
            <a:ext cx="8412480" cy="914400"/>
          </a:xfrm>
          <a:prstGeom prst="rect">
            <a:avLst/>
          </a:prstGeom>
          <a:noFill/>
          <a:ln/>
        </p:spPr>
        <p:txBody>
          <a:bodyPr wrap="square" rtlCol="0" anchor="ctr"/>
          <a:lstStyle/>
          <a:p>
            <a:pPr indent="0" marL="0">
              <a:buNone/>
            </a:pPr>
            <a:r>
              <a:rPr lang="en-US" sz="2200" b="1" dirty="0">
                <a:solidFill>
                  <a:srgbClr val="FFFFFF"/>
                </a:solidFill>
              </a:rPr>
              <a:t>PART 1  ·  Algorithm Comparison &amp; Analysis</a:t>
            </a:r>
            <a:endParaRPr lang="en-US" sz="2200" dirty="0"/>
          </a:p>
        </p:txBody>
      </p:sp>
      <p:sp>
        <p:nvSpPr>
          <p:cNvPr id="4" name="Shape 2"/>
          <p:cNvSpPr/>
          <p:nvPr/>
        </p:nvSpPr>
        <p:spPr>
          <a:xfrm>
            <a:off x="365760" y="1005840"/>
            <a:ext cx="4114800" cy="36576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5" name="Shape 3"/>
          <p:cNvSpPr/>
          <p:nvPr/>
        </p:nvSpPr>
        <p:spPr>
          <a:xfrm>
            <a:off x="365760" y="1005840"/>
            <a:ext cx="4114800" cy="502920"/>
          </a:xfrm>
          <a:prstGeom prst="rect">
            <a:avLst/>
          </a:prstGeom>
          <a:solidFill>
            <a:srgbClr val="1B7F79"/>
          </a:solidFill>
          <a:ln/>
        </p:spPr>
      </p:sp>
      <p:sp>
        <p:nvSpPr>
          <p:cNvPr id="6" name="Text 4"/>
          <p:cNvSpPr/>
          <p:nvPr/>
        </p:nvSpPr>
        <p:spPr>
          <a:xfrm>
            <a:off x="365760" y="1005840"/>
            <a:ext cx="4114800" cy="502920"/>
          </a:xfrm>
          <a:prstGeom prst="rect">
            <a:avLst/>
          </a:prstGeom>
          <a:noFill/>
          <a:ln/>
        </p:spPr>
        <p:txBody>
          <a:bodyPr wrap="square" rtlCol="0" anchor="ctr"/>
          <a:lstStyle/>
          <a:p>
            <a:pPr algn="ctr" indent="0" marL="0">
              <a:buNone/>
            </a:pPr>
            <a:r>
              <a:rPr lang="en-US" sz="1600" b="1" dirty="0">
                <a:solidFill>
                  <a:srgbClr val="FFFFFF"/>
                </a:solidFill>
              </a:rPr>
              <a:t>FCFS</a:t>
            </a:r>
            <a:endParaRPr lang="en-US" sz="1600" dirty="0"/>
          </a:p>
        </p:txBody>
      </p:sp>
      <p:sp>
        <p:nvSpPr>
          <p:cNvPr id="7" name="Text 5"/>
          <p:cNvSpPr/>
          <p:nvPr/>
        </p:nvSpPr>
        <p:spPr>
          <a:xfrm>
            <a:off x="548640" y="1600200"/>
            <a:ext cx="3749040" cy="274320"/>
          </a:xfrm>
          <a:prstGeom prst="rect">
            <a:avLst/>
          </a:prstGeom>
          <a:noFill/>
          <a:ln/>
        </p:spPr>
        <p:txBody>
          <a:bodyPr wrap="square" rtlCol="0" anchor="ctr"/>
          <a:lstStyle/>
          <a:p>
            <a:pPr indent="0" marL="0">
              <a:buNone/>
            </a:pPr>
            <a:r>
              <a:rPr lang="en-US" sz="1100" dirty="0">
                <a:solidFill>
                  <a:srgbClr val="8DA2B5"/>
                </a:solidFill>
              </a:rPr>
              <a:t>Avg Waiting Time</a:t>
            </a:r>
            <a:endParaRPr lang="en-US" sz="1100" dirty="0"/>
          </a:p>
        </p:txBody>
      </p:sp>
      <p:sp>
        <p:nvSpPr>
          <p:cNvPr id="8" name="Text 6"/>
          <p:cNvSpPr/>
          <p:nvPr/>
        </p:nvSpPr>
        <p:spPr>
          <a:xfrm>
            <a:off x="548640" y="1828800"/>
            <a:ext cx="3749040" cy="502920"/>
          </a:xfrm>
          <a:prstGeom prst="rect">
            <a:avLst/>
          </a:prstGeom>
          <a:noFill/>
          <a:ln/>
        </p:spPr>
        <p:txBody>
          <a:bodyPr wrap="square" rtlCol="0" anchor="ctr"/>
          <a:lstStyle/>
          <a:p>
            <a:pPr algn="ctr" indent="0" marL="0">
              <a:buNone/>
            </a:pPr>
            <a:r>
              <a:rPr lang="en-US" sz="3200" b="1" dirty="0">
                <a:solidFill>
                  <a:srgbClr val="1B7F79"/>
                </a:solidFill>
              </a:rPr>
              <a:t>3.33</a:t>
            </a:r>
            <a:endParaRPr lang="en-US" sz="3200" dirty="0"/>
          </a:p>
        </p:txBody>
      </p:sp>
      <p:sp>
        <p:nvSpPr>
          <p:cNvPr id="9" name="Text 7"/>
          <p:cNvSpPr/>
          <p:nvPr/>
        </p:nvSpPr>
        <p:spPr>
          <a:xfrm>
            <a:off x="548640" y="2423160"/>
            <a:ext cx="3749040" cy="274320"/>
          </a:xfrm>
          <a:prstGeom prst="rect">
            <a:avLst/>
          </a:prstGeom>
          <a:noFill/>
          <a:ln/>
        </p:spPr>
        <p:txBody>
          <a:bodyPr wrap="square" rtlCol="0" anchor="ctr"/>
          <a:lstStyle/>
          <a:p>
            <a:pPr indent="0" marL="0">
              <a:buNone/>
            </a:pPr>
            <a:r>
              <a:rPr lang="en-US" sz="1100" b="1" dirty="0">
                <a:solidFill>
                  <a:srgbClr val="2DC653"/>
                </a:solidFill>
              </a:rPr>
              <a:t>✓ Advantages</a:t>
            </a:r>
            <a:endParaRPr lang="en-US" sz="1100" dirty="0"/>
          </a:p>
        </p:txBody>
      </p:sp>
      <p:sp>
        <p:nvSpPr>
          <p:cNvPr id="10" name="Text 8"/>
          <p:cNvSpPr/>
          <p:nvPr/>
        </p:nvSpPr>
        <p:spPr>
          <a:xfrm>
            <a:off x="548640" y="2697480"/>
            <a:ext cx="3749040" cy="365760"/>
          </a:xfrm>
          <a:prstGeom prst="rect">
            <a:avLst/>
          </a:prstGeom>
          <a:noFill/>
          <a:ln/>
        </p:spPr>
        <p:txBody>
          <a:bodyPr wrap="square" rtlCol="0" anchor="ctr"/>
          <a:lstStyle/>
          <a:p>
            <a:pPr indent="0" marL="0">
              <a:buNone/>
            </a:pPr>
            <a:r>
              <a:rPr lang="en-US" sz="1100" dirty="0">
                <a:solidFill>
                  <a:srgbClr val="1A2F45"/>
                </a:solidFill>
              </a:rPr>
              <a:t>Simple · No starvation · Predictable</a:t>
            </a:r>
            <a:endParaRPr lang="en-US" sz="1100" dirty="0"/>
          </a:p>
        </p:txBody>
      </p:sp>
      <p:sp>
        <p:nvSpPr>
          <p:cNvPr id="11" name="Text 9"/>
          <p:cNvSpPr/>
          <p:nvPr/>
        </p:nvSpPr>
        <p:spPr>
          <a:xfrm>
            <a:off x="548640" y="3154680"/>
            <a:ext cx="3749040" cy="274320"/>
          </a:xfrm>
          <a:prstGeom prst="rect">
            <a:avLst/>
          </a:prstGeom>
          <a:noFill/>
          <a:ln/>
        </p:spPr>
        <p:txBody>
          <a:bodyPr wrap="square" rtlCol="0" anchor="ctr"/>
          <a:lstStyle/>
          <a:p>
            <a:pPr indent="0" marL="0">
              <a:buNone/>
            </a:pPr>
            <a:r>
              <a:rPr lang="en-US" sz="1100" b="1" dirty="0">
                <a:solidFill>
                  <a:srgbClr val="E63946"/>
                </a:solidFill>
              </a:rPr>
              <a:t>✗ Disadvantages</a:t>
            </a:r>
            <a:endParaRPr lang="en-US" sz="1100" dirty="0"/>
          </a:p>
        </p:txBody>
      </p:sp>
      <p:sp>
        <p:nvSpPr>
          <p:cNvPr id="12" name="Text 10"/>
          <p:cNvSpPr/>
          <p:nvPr/>
        </p:nvSpPr>
        <p:spPr>
          <a:xfrm>
            <a:off x="548640" y="3429000"/>
            <a:ext cx="3749040" cy="365760"/>
          </a:xfrm>
          <a:prstGeom prst="rect">
            <a:avLst/>
          </a:prstGeom>
          <a:noFill/>
          <a:ln/>
        </p:spPr>
        <p:txBody>
          <a:bodyPr wrap="square" rtlCol="0" anchor="ctr"/>
          <a:lstStyle/>
          <a:p>
            <a:pPr indent="0" marL="0">
              <a:buNone/>
            </a:pPr>
            <a:r>
              <a:rPr lang="en-US" sz="1100" dirty="0">
                <a:solidFill>
                  <a:srgbClr val="1A2F45"/>
                </a:solidFill>
              </a:rPr>
              <a:t>Convoy effect · Poor for short jobs · Non-preemptive</a:t>
            </a:r>
            <a:endParaRPr lang="en-US" sz="1100" dirty="0"/>
          </a:p>
        </p:txBody>
      </p:sp>
      <p:sp>
        <p:nvSpPr>
          <p:cNvPr id="13" name="Shape 11"/>
          <p:cNvSpPr/>
          <p:nvPr/>
        </p:nvSpPr>
        <p:spPr>
          <a:xfrm>
            <a:off x="4800600" y="1005840"/>
            <a:ext cx="4114800" cy="36576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4" name="Shape 12"/>
          <p:cNvSpPr/>
          <p:nvPr/>
        </p:nvSpPr>
        <p:spPr>
          <a:xfrm>
            <a:off x="4800600" y="1005840"/>
            <a:ext cx="4114800" cy="502920"/>
          </a:xfrm>
          <a:prstGeom prst="rect">
            <a:avLst/>
          </a:prstGeom>
          <a:solidFill>
            <a:srgbClr val="F4A261"/>
          </a:solidFill>
          <a:ln/>
        </p:spPr>
      </p:sp>
      <p:sp>
        <p:nvSpPr>
          <p:cNvPr id="15" name="Text 13"/>
          <p:cNvSpPr/>
          <p:nvPr/>
        </p:nvSpPr>
        <p:spPr>
          <a:xfrm>
            <a:off x="4800600" y="1005840"/>
            <a:ext cx="4114800" cy="502920"/>
          </a:xfrm>
          <a:prstGeom prst="rect">
            <a:avLst/>
          </a:prstGeom>
          <a:noFill/>
          <a:ln/>
        </p:spPr>
        <p:txBody>
          <a:bodyPr wrap="square" rtlCol="0" anchor="ctr"/>
          <a:lstStyle/>
          <a:p>
            <a:pPr algn="ctr" indent="0" marL="0">
              <a:buNone/>
            </a:pPr>
            <a:r>
              <a:rPr lang="en-US" sz="1600" b="1" dirty="0">
                <a:solidFill>
                  <a:srgbClr val="FFFFFF"/>
                </a:solidFill>
              </a:rPr>
              <a:t>Round Robin</a:t>
            </a:r>
            <a:endParaRPr lang="en-US" sz="1600" dirty="0"/>
          </a:p>
        </p:txBody>
      </p:sp>
      <p:sp>
        <p:nvSpPr>
          <p:cNvPr id="16" name="Text 14"/>
          <p:cNvSpPr/>
          <p:nvPr/>
        </p:nvSpPr>
        <p:spPr>
          <a:xfrm>
            <a:off x="4983480" y="1600200"/>
            <a:ext cx="3749040" cy="274320"/>
          </a:xfrm>
          <a:prstGeom prst="rect">
            <a:avLst/>
          </a:prstGeom>
          <a:noFill/>
          <a:ln/>
        </p:spPr>
        <p:txBody>
          <a:bodyPr wrap="square" rtlCol="0" anchor="ctr"/>
          <a:lstStyle/>
          <a:p>
            <a:pPr indent="0" marL="0">
              <a:buNone/>
            </a:pPr>
            <a:r>
              <a:rPr lang="en-US" sz="1100" dirty="0">
                <a:solidFill>
                  <a:srgbClr val="8DA2B5"/>
                </a:solidFill>
              </a:rPr>
              <a:t>Avg Waiting Time</a:t>
            </a:r>
            <a:endParaRPr lang="en-US" sz="1100" dirty="0"/>
          </a:p>
        </p:txBody>
      </p:sp>
      <p:sp>
        <p:nvSpPr>
          <p:cNvPr id="17" name="Text 15"/>
          <p:cNvSpPr/>
          <p:nvPr/>
        </p:nvSpPr>
        <p:spPr>
          <a:xfrm>
            <a:off x="4983480" y="1828800"/>
            <a:ext cx="3749040" cy="502920"/>
          </a:xfrm>
          <a:prstGeom prst="rect">
            <a:avLst/>
          </a:prstGeom>
          <a:noFill/>
          <a:ln/>
        </p:spPr>
        <p:txBody>
          <a:bodyPr wrap="square" rtlCol="0" anchor="ctr"/>
          <a:lstStyle/>
          <a:p>
            <a:pPr algn="ctr" indent="0" marL="0">
              <a:buNone/>
            </a:pPr>
            <a:r>
              <a:rPr lang="en-US" sz="3200" b="1" dirty="0">
                <a:solidFill>
                  <a:srgbClr val="F4A261"/>
                </a:solidFill>
              </a:rPr>
              <a:t>4.00</a:t>
            </a:r>
            <a:endParaRPr lang="en-US" sz="3200" dirty="0"/>
          </a:p>
        </p:txBody>
      </p:sp>
      <p:sp>
        <p:nvSpPr>
          <p:cNvPr id="18" name="Text 16"/>
          <p:cNvSpPr/>
          <p:nvPr/>
        </p:nvSpPr>
        <p:spPr>
          <a:xfrm>
            <a:off x="4983480" y="2423160"/>
            <a:ext cx="3749040" cy="274320"/>
          </a:xfrm>
          <a:prstGeom prst="rect">
            <a:avLst/>
          </a:prstGeom>
          <a:noFill/>
          <a:ln/>
        </p:spPr>
        <p:txBody>
          <a:bodyPr wrap="square" rtlCol="0" anchor="ctr"/>
          <a:lstStyle/>
          <a:p>
            <a:pPr indent="0" marL="0">
              <a:buNone/>
            </a:pPr>
            <a:r>
              <a:rPr lang="en-US" sz="1100" b="1" dirty="0">
                <a:solidFill>
                  <a:srgbClr val="2DC653"/>
                </a:solidFill>
              </a:rPr>
              <a:t>✓ Advantages</a:t>
            </a:r>
            <a:endParaRPr lang="en-US" sz="1100" dirty="0"/>
          </a:p>
        </p:txBody>
      </p:sp>
      <p:sp>
        <p:nvSpPr>
          <p:cNvPr id="19" name="Text 17"/>
          <p:cNvSpPr/>
          <p:nvPr/>
        </p:nvSpPr>
        <p:spPr>
          <a:xfrm>
            <a:off x="4983480" y="2697480"/>
            <a:ext cx="3749040" cy="365760"/>
          </a:xfrm>
          <a:prstGeom prst="rect">
            <a:avLst/>
          </a:prstGeom>
          <a:noFill/>
          <a:ln/>
        </p:spPr>
        <p:txBody>
          <a:bodyPr wrap="square" rtlCol="0" anchor="ctr"/>
          <a:lstStyle/>
          <a:p>
            <a:pPr indent="0" marL="0">
              <a:buNone/>
            </a:pPr>
            <a:r>
              <a:rPr lang="en-US" sz="1100" dirty="0">
                <a:solidFill>
                  <a:srgbClr val="1A2F45"/>
                </a:solidFill>
              </a:rPr>
              <a:t>Fair · Responsive · Good for interactive</a:t>
            </a:r>
            <a:endParaRPr lang="en-US" sz="1100" dirty="0"/>
          </a:p>
        </p:txBody>
      </p:sp>
      <p:sp>
        <p:nvSpPr>
          <p:cNvPr id="20" name="Text 18"/>
          <p:cNvSpPr/>
          <p:nvPr/>
        </p:nvSpPr>
        <p:spPr>
          <a:xfrm>
            <a:off x="4983480" y="3154680"/>
            <a:ext cx="3749040" cy="274320"/>
          </a:xfrm>
          <a:prstGeom prst="rect">
            <a:avLst/>
          </a:prstGeom>
          <a:noFill/>
          <a:ln/>
        </p:spPr>
        <p:txBody>
          <a:bodyPr wrap="square" rtlCol="0" anchor="ctr"/>
          <a:lstStyle/>
          <a:p>
            <a:pPr indent="0" marL="0">
              <a:buNone/>
            </a:pPr>
            <a:r>
              <a:rPr lang="en-US" sz="1100" b="1" dirty="0">
                <a:solidFill>
                  <a:srgbClr val="E63946"/>
                </a:solidFill>
              </a:rPr>
              <a:t>✗ Disadvantages</a:t>
            </a:r>
            <a:endParaRPr lang="en-US" sz="1100" dirty="0"/>
          </a:p>
        </p:txBody>
      </p:sp>
      <p:sp>
        <p:nvSpPr>
          <p:cNvPr id="21" name="Text 19"/>
          <p:cNvSpPr/>
          <p:nvPr/>
        </p:nvSpPr>
        <p:spPr>
          <a:xfrm>
            <a:off x="4983480" y="3429000"/>
            <a:ext cx="3749040" cy="365760"/>
          </a:xfrm>
          <a:prstGeom prst="rect">
            <a:avLst/>
          </a:prstGeom>
          <a:noFill/>
          <a:ln/>
        </p:spPr>
        <p:txBody>
          <a:bodyPr wrap="square" rtlCol="0" anchor="ctr"/>
          <a:lstStyle/>
          <a:p>
            <a:pPr indent="0" marL="0">
              <a:buNone/>
            </a:pPr>
            <a:r>
              <a:rPr lang="en-US" sz="1100" dirty="0">
                <a:solidFill>
                  <a:srgbClr val="1A2F45"/>
                </a:solidFill>
              </a:rPr>
              <a:t>Higher avg waiting · Context switch overhead</a:t>
            </a:r>
            <a:endParaRPr lang="en-US" sz="1100" dirty="0"/>
          </a:p>
        </p:txBody>
      </p:sp>
      <p:sp>
        <p:nvSpPr>
          <p:cNvPr id="22" name="Shape 20"/>
          <p:cNvSpPr/>
          <p:nvPr/>
        </p:nvSpPr>
        <p:spPr>
          <a:xfrm>
            <a:off x="274320" y="4754880"/>
            <a:ext cx="8595360" cy="274320"/>
          </a:xfrm>
          <a:prstGeom prst="rect">
            <a:avLst/>
          </a:prstGeom>
          <a:solidFill>
            <a:srgbClr val="E8F5F4"/>
          </a:solidFill>
          <a:ln/>
        </p:spPr>
      </p:sp>
      <p:sp>
        <p:nvSpPr>
          <p:cNvPr id="23" name="Text 21"/>
          <p:cNvSpPr/>
          <p:nvPr/>
        </p:nvSpPr>
        <p:spPr>
          <a:xfrm>
            <a:off x="365760" y="4736592"/>
            <a:ext cx="8412480" cy="320040"/>
          </a:xfrm>
          <a:prstGeom prst="rect">
            <a:avLst/>
          </a:prstGeom>
          <a:noFill/>
          <a:ln/>
        </p:spPr>
        <p:txBody>
          <a:bodyPr wrap="square" rtlCol="0" anchor="ctr"/>
          <a:lstStyle/>
          <a:p>
            <a:pPr indent="0" marL="0">
              <a:buNone/>
            </a:pPr>
            <a:r>
              <a:rPr lang="en-US" sz="1100" i="1" dirty="0">
                <a:solidFill>
                  <a:srgbClr val="1B7F79"/>
                </a:solidFill>
              </a:rPr>
              <a:t>🏆  Round Robin is more responsive — it preempts long processes, giving all processes regular CPU time — ideal for interactive systems.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E63946"/>
          </a:solidFill>
          <a:ln/>
        </p:spPr>
      </p:sp>
      <p:sp>
        <p:nvSpPr>
          <p:cNvPr id="3" name="Text 1"/>
          <p:cNvSpPr/>
          <p:nvPr/>
        </p:nvSpPr>
        <p:spPr>
          <a:xfrm>
            <a:off x="365760" y="0"/>
            <a:ext cx="8412480" cy="914400"/>
          </a:xfrm>
          <a:prstGeom prst="rect">
            <a:avLst/>
          </a:prstGeom>
          <a:noFill/>
          <a:ln/>
        </p:spPr>
        <p:txBody>
          <a:bodyPr wrap="square" rtlCol="0" anchor="ctr"/>
          <a:lstStyle/>
          <a:p>
            <a:pPr indent="0" marL="0">
              <a:buNone/>
            </a:pPr>
            <a:r>
              <a:rPr lang="en-US" sz="2200" b="1" dirty="0">
                <a:solidFill>
                  <a:srgbClr val="FFFFFF"/>
                </a:solidFill>
              </a:rPr>
              <a:t>PART 2  ·  Process Synchronization</a:t>
            </a:r>
            <a:endParaRPr lang="en-US" sz="2200" dirty="0"/>
          </a:p>
        </p:txBody>
      </p:sp>
      <p:sp>
        <p:nvSpPr>
          <p:cNvPr id="4" name="Shape 2"/>
          <p:cNvSpPr/>
          <p:nvPr/>
        </p:nvSpPr>
        <p:spPr>
          <a:xfrm>
            <a:off x="365760" y="1005840"/>
            <a:ext cx="3931920" cy="1828800"/>
          </a:xfrm>
          <a:prstGeom prst="rect">
            <a:avLst/>
          </a:prstGeom>
          <a:solidFill>
            <a:srgbClr val="FFF3F3"/>
          </a:solidFill>
          <a:ln w="12700">
            <a:solidFill>
              <a:srgbClr val="E63946"/>
            </a:solidFill>
            <a:prstDash val="solid"/>
          </a:ln>
          <a:effectLst>
            <a:outerShdw sx="100000" sy="100000" kx="0" ky="0" algn="bl" rotWithShape="0" blurRad="101600" dist="38100" dir="8100000">
              <a:srgbClr val="000000">
                <a:alpha val="12000"/>
              </a:srgbClr>
            </a:outerShdw>
          </a:effectLst>
        </p:spPr>
      </p:sp>
      <p:sp>
        <p:nvSpPr>
          <p:cNvPr id="5" name="Text 3"/>
          <p:cNvSpPr/>
          <p:nvPr/>
        </p:nvSpPr>
        <p:spPr>
          <a:xfrm>
            <a:off x="548640" y="1051560"/>
            <a:ext cx="3657600" cy="320040"/>
          </a:xfrm>
          <a:prstGeom prst="rect">
            <a:avLst/>
          </a:prstGeom>
          <a:noFill/>
          <a:ln/>
        </p:spPr>
        <p:txBody>
          <a:bodyPr wrap="square" rtlCol="0" anchor="ctr"/>
          <a:lstStyle/>
          <a:p>
            <a:pPr indent="0" marL="0">
              <a:buNone/>
            </a:pPr>
            <a:r>
              <a:rPr lang="en-US" sz="1300" b="1" dirty="0">
                <a:solidFill>
                  <a:srgbClr val="E63946"/>
                </a:solidFill>
              </a:rPr>
              <a:t>⚠  Without Synchronization</a:t>
            </a:r>
            <a:endParaRPr lang="en-US" sz="1300" dirty="0"/>
          </a:p>
        </p:txBody>
      </p:sp>
      <p:sp>
        <p:nvSpPr>
          <p:cNvPr id="6" name="Text 4"/>
          <p:cNvSpPr/>
          <p:nvPr/>
        </p:nvSpPr>
        <p:spPr>
          <a:xfrm>
            <a:off x="548640" y="1417320"/>
            <a:ext cx="3657600" cy="1280160"/>
          </a:xfrm>
          <a:prstGeom prst="rect">
            <a:avLst/>
          </a:prstGeom>
          <a:noFill/>
          <a:ln/>
        </p:spPr>
        <p:txBody>
          <a:bodyPr wrap="square" rtlCol="0" anchor="ctr"/>
          <a:lstStyle/>
          <a:p>
            <a:pPr indent="0" marL="0">
              <a:buNone/>
            </a:pPr>
            <a:r>
              <a:rPr lang="en-US" sz="1100" b="1" dirty="0">
                <a:solidFill>
                  <a:srgbClr val="1A2F45"/>
                </a:solidFill>
              </a:rPr>
              <a:t>Race condition</a:t>
            </a:r>
            <a:endParaRPr lang="en-US" sz="1100" dirty="0"/>
          </a:p>
          <a:p>
            <a:pPr indent="0" marL="0">
              <a:buNone/>
            </a:pPr>
            <a:r>
              <a:rPr lang="en-US" sz="1100" dirty="0">
                <a:solidFill>
                  <a:srgbClr val="1A2F45"/>
                </a:solidFill>
              </a:rPr>
              <a:t>P1 and P2 both read counter=5, both add 1, both write back 6 — one increment is lost!
</a:t>
            </a:r>
            <a:endParaRPr lang="en-US" sz="1100" dirty="0"/>
          </a:p>
          <a:p>
            <a:pPr indent="0" marL="0">
              <a:buNone/>
            </a:pPr>
            <a:r>
              <a:rPr lang="en-US" sz="1100" dirty="0">
                <a:solidFill>
                  <a:srgbClr val="2DC653"/>
                </a:solidFill>
              </a:rPr>
              <a:t>Expected: counter = 200
</a:t>
            </a:r>
            <a:endParaRPr lang="en-US" sz="1100" dirty="0"/>
          </a:p>
          <a:p>
            <a:pPr indent="0" marL="0">
              <a:buNone/>
            </a:pPr>
            <a:r>
              <a:rPr lang="en-US" sz="1100" dirty="0">
                <a:solidFill>
                  <a:srgbClr val="E63946"/>
                </a:solidFill>
              </a:rPr>
              <a:t>Actual: counter could be &lt; 200</a:t>
            </a:r>
            <a:endParaRPr lang="en-US" sz="1100" dirty="0"/>
          </a:p>
        </p:txBody>
      </p:sp>
      <p:sp>
        <p:nvSpPr>
          <p:cNvPr id="7" name="Shape 5"/>
          <p:cNvSpPr/>
          <p:nvPr/>
        </p:nvSpPr>
        <p:spPr>
          <a:xfrm>
            <a:off x="4846320" y="1005840"/>
            <a:ext cx="3931920" cy="1828800"/>
          </a:xfrm>
          <a:prstGeom prst="rect">
            <a:avLst/>
          </a:prstGeom>
          <a:solidFill>
            <a:srgbClr val="F0FBF9"/>
          </a:solidFill>
          <a:ln w="12700">
            <a:solidFill>
              <a:srgbClr val="1B7F79"/>
            </a:solidFill>
            <a:prstDash val="solid"/>
          </a:ln>
          <a:effectLst>
            <a:outerShdw sx="100000" sy="100000" kx="0" ky="0" algn="bl" rotWithShape="0" blurRad="101600" dist="38100" dir="8100000">
              <a:srgbClr val="000000">
                <a:alpha val="12000"/>
              </a:srgbClr>
            </a:outerShdw>
          </a:effectLst>
        </p:spPr>
      </p:sp>
      <p:sp>
        <p:nvSpPr>
          <p:cNvPr id="8" name="Text 6"/>
          <p:cNvSpPr/>
          <p:nvPr/>
        </p:nvSpPr>
        <p:spPr>
          <a:xfrm>
            <a:off x="5029200" y="1051560"/>
            <a:ext cx="3657600" cy="320040"/>
          </a:xfrm>
          <a:prstGeom prst="rect">
            <a:avLst/>
          </a:prstGeom>
          <a:noFill/>
          <a:ln/>
        </p:spPr>
        <p:txBody>
          <a:bodyPr wrap="square" rtlCol="0" anchor="ctr"/>
          <a:lstStyle/>
          <a:p>
            <a:pPr indent="0" marL="0">
              <a:buNone/>
            </a:pPr>
            <a:r>
              <a:rPr lang="en-US" sz="1300" b="1" dirty="0">
                <a:solidFill>
                  <a:srgbClr val="1B7F79"/>
                </a:solidFill>
              </a:rPr>
              <a:t>✓  Solution: Mutex Lock</a:t>
            </a:r>
            <a:endParaRPr lang="en-US" sz="1300" dirty="0"/>
          </a:p>
        </p:txBody>
      </p:sp>
      <p:sp>
        <p:nvSpPr>
          <p:cNvPr id="9" name="Text 7"/>
          <p:cNvSpPr/>
          <p:nvPr/>
        </p:nvSpPr>
        <p:spPr>
          <a:xfrm>
            <a:off x="5029200" y="1417320"/>
            <a:ext cx="3657600" cy="1280160"/>
          </a:xfrm>
          <a:prstGeom prst="rect">
            <a:avLst/>
          </a:prstGeom>
          <a:noFill/>
          <a:ln/>
        </p:spPr>
        <p:txBody>
          <a:bodyPr wrap="square" rtlCol="0" anchor="ctr"/>
          <a:lstStyle/>
          <a:p>
            <a:pPr indent="0" marL="0">
              <a:buNone/>
            </a:pPr>
            <a:r>
              <a:rPr lang="en-US" sz="1100" dirty="0">
                <a:solidFill>
                  <a:srgbClr val="1A2F45"/>
                </a:solidFill>
              </a:rPr>
              <a:t>A mutex (mutual exclusion lock) ensures only ONE process executes the critical section at a time.
</a:t>
            </a:r>
            <a:endParaRPr lang="en-US" sz="1100" dirty="0"/>
          </a:p>
          <a:p>
            <a:pPr indent="0" marL="0">
              <a:buNone/>
            </a:pPr>
            <a:r>
              <a:rPr lang="en-US" sz="1100" i="1" dirty="0">
                <a:solidFill>
                  <a:srgbClr val="8DA2B5"/>
                </a:solidFill>
              </a:rPr>
              <a:t>Other mechanisms: Semaphore, Monitor</a:t>
            </a:r>
            <a:endParaRPr lang="en-US" sz="1100" dirty="0"/>
          </a:p>
        </p:txBody>
      </p:sp>
      <p:sp>
        <p:nvSpPr>
          <p:cNvPr id="10" name="Text 8"/>
          <p:cNvSpPr/>
          <p:nvPr/>
        </p:nvSpPr>
        <p:spPr>
          <a:xfrm>
            <a:off x="365760" y="2926080"/>
            <a:ext cx="8412480" cy="274320"/>
          </a:xfrm>
          <a:prstGeom prst="rect">
            <a:avLst/>
          </a:prstGeom>
          <a:noFill/>
          <a:ln/>
        </p:spPr>
        <p:txBody>
          <a:bodyPr wrap="square" rtlCol="0" anchor="ctr"/>
          <a:lstStyle/>
          <a:p>
            <a:pPr indent="0" marL="0">
              <a:buNone/>
            </a:pPr>
            <a:r>
              <a:rPr lang="en-US" sz="1300" b="1" dirty="0">
                <a:solidFill>
                  <a:srgbClr val="1A2F45"/>
                </a:solidFill>
              </a:rPr>
              <a:t>Pseudocode — Mutual Exclusion with Mutex</a:t>
            </a:r>
            <a:endParaRPr lang="en-US" sz="1300" dirty="0"/>
          </a:p>
        </p:txBody>
      </p:sp>
      <p:sp>
        <p:nvSpPr>
          <p:cNvPr id="11" name="Shape 9"/>
          <p:cNvSpPr/>
          <p:nvPr/>
        </p:nvSpPr>
        <p:spPr>
          <a:xfrm>
            <a:off x="365760" y="3246120"/>
            <a:ext cx="8412480" cy="1737360"/>
          </a:xfrm>
          <a:prstGeom prst="rect">
            <a:avLst/>
          </a:prstGeom>
          <a:solidFill>
            <a:srgbClr val="1E2D3D"/>
          </a:solidFill>
          <a:ln/>
          <a:effectLst>
            <a:outerShdw sx="100000" sy="100000" kx="0" ky="0" algn="bl" rotWithShape="0" blurRad="101600" dist="38100" dir="8100000">
              <a:srgbClr val="000000">
                <a:alpha val="12000"/>
              </a:srgbClr>
            </a:outerShdw>
          </a:effectLst>
        </p:spPr>
      </p:sp>
      <p:sp>
        <p:nvSpPr>
          <p:cNvPr id="12" name="Text 10"/>
          <p:cNvSpPr/>
          <p:nvPr/>
        </p:nvSpPr>
        <p:spPr>
          <a:xfrm>
            <a:off x="548640" y="3291840"/>
            <a:ext cx="8229600" cy="1645920"/>
          </a:xfrm>
          <a:prstGeom prst="rect">
            <a:avLst/>
          </a:prstGeom>
          <a:noFill/>
          <a:ln/>
        </p:spPr>
        <p:txBody>
          <a:bodyPr wrap="square" rtlCol="0" anchor="ctr"/>
          <a:lstStyle/>
          <a:p>
            <a:pPr indent="0" marL="0">
              <a:buNone/>
            </a:pPr>
            <a:r>
              <a:rPr lang="en-US" sz="1100" dirty="0">
                <a:solidFill>
                  <a:srgbClr val="7FFFCF"/>
                </a:solidFill>
                <a:latin typeface="Consolas" pitchFamily="34" charset="0"/>
                <a:ea typeface="Consolas" pitchFamily="34" charset="-122"/>
                <a:cs typeface="Consolas" pitchFamily="34" charset="-120"/>
              </a:rPr>
              <a:t>mutex_lock  lock                    // Shared mutex</a:t>
            </a:r>
            <a:endParaRPr lang="en-US" sz="1100" dirty="0"/>
          </a:p>
          <a:p>
            <a:pPr indent="0" marL="0">
              <a:buNone/>
            </a:pPr>
            <a:endParaRPr lang="en-US" sz="1100" dirty="0"/>
          </a:p>
          <a:p>
            <a:pPr indent="0" marL="0">
              <a:buNone/>
            </a:pPr>
            <a:r>
              <a:rPr lang="en-US" sz="1100" dirty="0">
                <a:solidFill>
                  <a:srgbClr val="7FFFCF"/>
                </a:solidFill>
                <a:latin typeface="Consolas" pitchFamily="34" charset="0"/>
                <a:ea typeface="Consolas" pitchFamily="34" charset="-122"/>
                <a:cs typeface="Consolas" pitchFamily="34" charset="-120"/>
              </a:rPr>
              <a:t>Process P1:                          Process P2:</a:t>
            </a:r>
            <a:endParaRPr lang="en-US" sz="1100" dirty="0"/>
          </a:p>
          <a:p>
            <a:pPr indent="0" marL="0">
              <a:buNone/>
            </a:pPr>
            <a:r>
              <a:rPr lang="en-US" sz="1100" dirty="0">
                <a:solidFill>
                  <a:srgbClr val="7FFFCF"/>
                </a:solidFill>
                <a:latin typeface="Consolas" pitchFamily="34" charset="0"/>
                <a:ea typeface="Consolas" pitchFamily="34" charset="-122"/>
                <a:cs typeface="Consolas" pitchFamily="34" charset="-120"/>
              </a:rPr>
              <a:t>  repeat 100 times:                    repeat 100 times:</a:t>
            </a:r>
            <a:endParaRPr lang="en-US" sz="1100" dirty="0"/>
          </a:p>
          <a:p>
            <a:pPr indent="0" marL="0">
              <a:buNone/>
            </a:pPr>
            <a:r>
              <a:rPr lang="en-US" sz="1100" dirty="0">
                <a:solidFill>
                  <a:srgbClr val="7FFFCF"/>
                </a:solidFill>
                <a:latin typeface="Consolas" pitchFamily="34" charset="0"/>
                <a:ea typeface="Consolas" pitchFamily="34" charset="-122"/>
                <a:cs typeface="Consolas" pitchFamily="34" charset="-120"/>
              </a:rPr>
              <a:t>    acquire(lock)                        acquire(lock)</a:t>
            </a:r>
            <a:endParaRPr lang="en-US" sz="1100" dirty="0"/>
          </a:p>
          <a:p>
            <a:pPr indent="0" marL="0">
              <a:buNone/>
            </a:pPr>
            <a:r>
              <a:rPr lang="en-US" sz="1100" dirty="0">
                <a:solidFill>
                  <a:srgbClr val="7FFFCF"/>
                </a:solidFill>
                <a:latin typeface="Consolas" pitchFamily="34" charset="0"/>
                <a:ea typeface="Consolas" pitchFamily="34" charset="-122"/>
                <a:cs typeface="Consolas" pitchFamily="34" charset="-120"/>
              </a:rPr>
              <a:t>    counter = counter + 1                counter = counter + 1</a:t>
            </a:r>
            <a:endParaRPr lang="en-US" sz="1100" dirty="0"/>
          </a:p>
          <a:p>
            <a:pPr indent="0" marL="0">
              <a:buNone/>
            </a:pPr>
            <a:r>
              <a:rPr lang="en-US" sz="1100" dirty="0">
                <a:solidFill>
                  <a:srgbClr val="7FFFCF"/>
                </a:solidFill>
                <a:latin typeface="Consolas" pitchFamily="34" charset="0"/>
                <a:ea typeface="Consolas" pitchFamily="34" charset="-122"/>
                <a:cs typeface="Consolas" pitchFamily="34" charset="-120"/>
              </a:rPr>
              <a:t>    release(lock)                        release(lock)</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6B48B5"/>
          </a:solidFill>
          <a:ln/>
        </p:spPr>
      </p:sp>
      <p:sp>
        <p:nvSpPr>
          <p:cNvPr id="3" name="Text 1"/>
          <p:cNvSpPr/>
          <p:nvPr/>
        </p:nvSpPr>
        <p:spPr>
          <a:xfrm>
            <a:off x="365760" y="0"/>
            <a:ext cx="8412480" cy="914400"/>
          </a:xfrm>
          <a:prstGeom prst="rect">
            <a:avLst/>
          </a:prstGeom>
          <a:noFill/>
          <a:ln/>
        </p:spPr>
        <p:txBody>
          <a:bodyPr wrap="square" rtlCol="0" anchor="ctr"/>
          <a:lstStyle/>
          <a:p>
            <a:pPr indent="0" marL="0">
              <a:buNone/>
            </a:pPr>
            <a:r>
              <a:rPr lang="en-US" sz="2000" b="1" dirty="0">
                <a:solidFill>
                  <a:srgbClr val="FFFFFF"/>
                </a:solidFill>
              </a:rPr>
              <a:t>PART 3  ·  Memory Management — FIFO Page Replacement</a:t>
            </a:r>
            <a:endParaRPr lang="en-US" sz="2000" dirty="0"/>
          </a:p>
        </p:txBody>
      </p:sp>
      <p:sp>
        <p:nvSpPr>
          <p:cNvPr id="4" name="Text 2"/>
          <p:cNvSpPr/>
          <p:nvPr/>
        </p:nvSpPr>
        <p:spPr>
          <a:xfrm>
            <a:off x="365760" y="960120"/>
            <a:ext cx="8412480" cy="320040"/>
          </a:xfrm>
          <a:prstGeom prst="rect">
            <a:avLst/>
          </a:prstGeom>
          <a:noFill/>
          <a:ln/>
        </p:spPr>
        <p:txBody>
          <a:bodyPr wrap="square" rtlCol="0" anchor="ctr"/>
          <a:lstStyle/>
          <a:p>
            <a:pPr indent="0" marL="0">
              <a:buNone/>
            </a:pPr>
            <a:r>
              <a:rPr lang="en-US" sz="1300" b="1" dirty="0">
                <a:solidFill>
                  <a:srgbClr val="1A2F45"/>
                </a:solidFill>
              </a:rPr>
              <a:t>Reference String: 1, 2, 3, 2, 4, 1, 5   |   Frames: 3</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65760" y="1325880"/>
          <a:ext cx="8412480" cy="2011680"/>
        </p:xfrm>
        <a:graphic>
          <a:graphicData uri="http://schemas.openxmlformats.org/drawingml/2006/table">
            <a:tbl>
              <a:tblPr/>
              <a:tblGrid>
                <a:gridCol w="1097280"/>
                <a:gridCol w="1042416"/>
                <a:gridCol w="1042416"/>
                <a:gridCol w="1042416"/>
                <a:gridCol w="1042416"/>
                <a:gridCol w="1042416"/>
                <a:gridCol w="1042416"/>
                <a:gridCol w="1042416"/>
              </a:tblGrid>
              <a:tr h="402336">
                <a:tc>
                  <a:txBody>
                    <a:bodyPr/>
                    <a:lstStyle/>
                    <a:p>
                      <a:pPr algn="ctr" indent="0" marL="0">
                        <a:buNone/>
                      </a:pPr>
                      <a:r>
                        <a:rPr lang="en-US" sz="1200" b="1" dirty="0">
                          <a:solidFill>
                            <a:srgbClr val="FFFFFF"/>
                          </a:solidFill>
                        </a:rPr>
                        <a:t>Ref</a:t>
                      </a:r>
                      <a:endParaRPr lang="en-US" sz="1200" dirty="0"/>
                    </a:p>
                  </a:txBody>
                  <a:tcPr marL="91440" marR="91440" marT="45720" marB="45720">
                    <a:lnL w="12700" cap="flat" cmpd="sng" algn="ctr">
                      <a:solidFill>
                        <a:srgbClr val="DDCCEE"/>
                      </a:solidFill>
                      <a:prstDash val="solid"/>
                      <a:round/>
                      <a:headEnd type="none" w="med" len="med"/>
                      <a:tailEnd type="none" w="med" len="med"/>
                    </a:lnL>
                    <a:lnR w="12700" cap="flat" cmpd="sng" algn="ctr">
                      <a:solidFill>
                        <a:srgbClr val="DDCCEE"/>
                      </a:solidFill>
                      <a:prstDash val="solid"/>
                      <a:round/>
                      <a:headEnd type="none" w="med" len="med"/>
                      <a:tailEnd type="none" w="med" len="med"/>
                    </a:lnR>
                    <a:lnT w="12700" cap="flat" cmpd="sng" algn="ctr">
                      <a:solidFill>
                        <a:srgbClr val="DDCCEE"/>
                      </a:solidFill>
                      <a:prstDash val="solid"/>
                      <a:round/>
                      <a:headEnd type="none" w="med" len="med"/>
                      <a:tailEnd type="none" w="med" len="med"/>
                    </a:lnT>
                    <a:lnB w="12700" cap="flat" cmpd="sng" algn="ctr">
                      <a:solidFill>
                        <a:srgbClr val="DDCCEE"/>
                      </a:solidFill>
                      <a:prstDash val="solid"/>
                      <a:round/>
                      <a:headEnd type="none" w="med" len="med"/>
                      <a:tailEnd type="none" w="med" len="med"/>
                    </a:lnB>
                    <a:solidFill>
                      <a:srgbClr val="1A2F45"/>
                    </a:solidFill>
                  </a:tcPr>
                </a:tc>
                <a:tc>
                  <a:txBody>
                    <a:bodyPr/>
                    <a:lstStyle/>
                    <a:p>
                      <a:pPr algn="ctr" indent="0" marL="0">
                        <a:buNone/>
                      </a:pPr>
                      <a:r>
                        <a:rPr lang="en-US" sz="1200" b="1" dirty="0">
                          <a:solidFill>
                            <a:srgbClr val="FFFFFF"/>
                          </a:solidFill>
                        </a:rPr>
                        <a:t>1</a:t>
                      </a:r>
                      <a:endParaRPr lang="en-US" sz="1200" dirty="0"/>
                    </a:p>
                  </a:txBody>
                  <a:tcPr marL="91440" marR="91440" marT="45720" marB="45720">
                    <a:lnL w="12700" cap="flat" cmpd="sng" algn="ctr">
                      <a:solidFill>
                        <a:srgbClr val="DDCCEE"/>
                      </a:solidFill>
                      <a:prstDash val="solid"/>
                      <a:round/>
                      <a:headEnd type="none" w="med" len="med"/>
                      <a:tailEnd type="none" w="med" len="med"/>
                    </a:lnL>
                    <a:lnR w="12700" cap="flat" cmpd="sng" algn="ctr">
                      <a:solidFill>
                        <a:srgbClr val="DDCCEE"/>
                      </a:solidFill>
                      <a:prstDash val="solid"/>
                      <a:round/>
                      <a:headEnd type="none" w="med" len="med"/>
                      <a:tailEnd type="none" w="med" len="med"/>
                    </a:lnR>
                    <a:lnT w="12700" cap="flat" cmpd="sng" algn="ctr">
                      <a:solidFill>
                        <a:srgbClr val="DDCCEE"/>
                      </a:solidFill>
                      <a:prstDash val="solid"/>
                      <a:round/>
                      <a:headEnd type="none" w="med" len="med"/>
                      <a:tailEnd type="none" w="med" len="med"/>
                    </a:lnT>
                    <a:lnB w="12700" cap="flat" cmpd="sng" algn="ctr">
                      <a:solidFill>
                        <a:srgbClr val="DDCCEE"/>
                      </a:solidFill>
                      <a:prstDash val="solid"/>
                      <a:round/>
                      <a:headEnd type="none" w="med" len="med"/>
                      <a:tailEnd type="none" w="med" len="med"/>
                    </a:lnB>
                    <a:solidFill>
                      <a:srgbClr val="6B48B5"/>
                    </a:solidFill>
                  </a:tcPr>
                </a:tc>
                <a:tc>
                  <a:txBody>
                    <a:bodyPr/>
                    <a:lstStyle/>
                    <a:p>
                      <a:pPr algn="ctr" indent="0" marL="0">
                        <a:buNone/>
                      </a:pPr>
                      <a:r>
                        <a:rPr lang="en-US" sz="1200" b="1" dirty="0">
                          <a:solidFill>
                            <a:srgbClr val="FFFFFF"/>
                          </a:solidFill>
                        </a:rPr>
                        <a:t>2</a:t>
                      </a:r>
                      <a:endParaRPr lang="en-US" sz="1200" dirty="0"/>
                    </a:p>
                  </a:txBody>
                  <a:tcPr marL="91440" marR="91440" marT="45720" marB="45720">
                    <a:lnL w="12700" cap="flat" cmpd="sng" algn="ctr">
                      <a:solidFill>
                        <a:srgbClr val="DDCCEE"/>
                      </a:solidFill>
                      <a:prstDash val="solid"/>
                      <a:round/>
                      <a:headEnd type="none" w="med" len="med"/>
                      <a:tailEnd type="none" w="med" len="med"/>
                    </a:lnL>
                    <a:lnR w="12700" cap="flat" cmpd="sng" algn="ctr">
                      <a:solidFill>
                        <a:srgbClr val="DDCCEE"/>
                      </a:solidFill>
                      <a:prstDash val="solid"/>
                      <a:round/>
                      <a:headEnd type="none" w="med" len="med"/>
                      <a:tailEnd type="none" w="med" len="med"/>
                    </a:lnR>
                    <a:lnT w="12700" cap="flat" cmpd="sng" algn="ctr">
                      <a:solidFill>
                        <a:srgbClr val="DDCCEE"/>
                      </a:solidFill>
                      <a:prstDash val="solid"/>
                      <a:round/>
                      <a:headEnd type="none" w="med" len="med"/>
                      <a:tailEnd type="none" w="med" len="med"/>
                    </a:lnT>
                    <a:lnB w="12700" cap="flat" cmpd="sng" algn="ctr">
                      <a:solidFill>
                        <a:srgbClr val="DDCCEE"/>
                      </a:solidFill>
                      <a:prstDash val="solid"/>
                      <a:round/>
                      <a:headEnd type="none" w="med" len="med"/>
                      <a:tailEnd type="none" w="med" len="med"/>
                    </a:lnB>
                    <a:solidFill>
                      <a:srgbClr val="6B48B5"/>
                    </a:solidFill>
                  </a:tcPr>
                </a:tc>
                <a:tc>
                  <a:txBody>
                    <a:bodyPr/>
                    <a:lstStyle/>
                    <a:p>
                      <a:pPr algn="ctr" indent="0" marL="0">
                        <a:buNone/>
                      </a:pPr>
                      <a:r>
                        <a:rPr lang="en-US" sz="1200" b="1" dirty="0">
                          <a:solidFill>
                            <a:srgbClr val="FFFFFF"/>
                          </a:solidFill>
                        </a:rPr>
                        <a:t>3</a:t>
                      </a:r>
                      <a:endParaRPr lang="en-US" sz="1200" dirty="0"/>
                    </a:p>
                  </a:txBody>
                  <a:tcPr marL="91440" marR="91440" marT="45720" marB="45720">
                    <a:lnL w="12700" cap="flat" cmpd="sng" algn="ctr">
                      <a:solidFill>
                        <a:srgbClr val="DDCCEE"/>
                      </a:solidFill>
                      <a:prstDash val="solid"/>
                      <a:round/>
                      <a:headEnd type="none" w="med" len="med"/>
                      <a:tailEnd type="none" w="med" len="med"/>
                    </a:lnL>
                    <a:lnR w="12700" cap="flat" cmpd="sng" algn="ctr">
                      <a:solidFill>
                        <a:srgbClr val="DDCCEE"/>
                      </a:solidFill>
                      <a:prstDash val="solid"/>
                      <a:round/>
                      <a:headEnd type="none" w="med" len="med"/>
                      <a:tailEnd type="none" w="med" len="med"/>
                    </a:lnR>
                    <a:lnT w="12700" cap="flat" cmpd="sng" algn="ctr">
                      <a:solidFill>
                        <a:srgbClr val="DDCCEE"/>
                      </a:solidFill>
                      <a:prstDash val="solid"/>
                      <a:round/>
                      <a:headEnd type="none" w="med" len="med"/>
                      <a:tailEnd type="none" w="med" len="med"/>
                    </a:lnT>
                    <a:lnB w="12700" cap="flat" cmpd="sng" algn="ctr">
                      <a:solidFill>
                        <a:srgbClr val="DDCCEE"/>
                      </a:solidFill>
                      <a:prstDash val="solid"/>
                      <a:round/>
                      <a:headEnd type="none" w="med" len="med"/>
                      <a:tailEnd type="none" w="med" len="med"/>
                    </a:lnB>
                    <a:solidFill>
                      <a:srgbClr val="6B48B5"/>
                    </a:solidFill>
                  </a:tcPr>
                </a:tc>
                <a:tc>
                  <a:txBody>
                    <a:bodyPr/>
                    <a:lstStyle/>
                    <a:p>
                      <a:pPr algn="ctr" indent="0" marL="0">
                        <a:buNone/>
                      </a:pPr>
                      <a:r>
                        <a:rPr lang="en-US" sz="1200" b="1" dirty="0">
                          <a:solidFill>
                            <a:srgbClr val="FFFFFF"/>
                          </a:solidFill>
                        </a:rPr>
                        <a:t>2</a:t>
                      </a:r>
                      <a:endParaRPr lang="en-US" sz="1200" dirty="0"/>
                    </a:p>
                  </a:txBody>
                  <a:tcPr marL="91440" marR="91440" marT="45720" marB="45720">
                    <a:lnL w="12700" cap="flat" cmpd="sng" algn="ctr">
                      <a:solidFill>
                        <a:srgbClr val="DDCCEE"/>
                      </a:solidFill>
                      <a:prstDash val="solid"/>
                      <a:round/>
                      <a:headEnd type="none" w="med" len="med"/>
                      <a:tailEnd type="none" w="med" len="med"/>
                    </a:lnL>
                    <a:lnR w="12700" cap="flat" cmpd="sng" algn="ctr">
                      <a:solidFill>
                        <a:srgbClr val="DDCCEE"/>
                      </a:solidFill>
                      <a:prstDash val="solid"/>
                      <a:round/>
                      <a:headEnd type="none" w="med" len="med"/>
                      <a:tailEnd type="none" w="med" len="med"/>
                    </a:lnR>
                    <a:lnT w="12700" cap="flat" cmpd="sng" algn="ctr">
                      <a:solidFill>
                        <a:srgbClr val="DDCCEE"/>
                      </a:solidFill>
                      <a:prstDash val="solid"/>
                      <a:round/>
                      <a:headEnd type="none" w="med" len="med"/>
                      <a:tailEnd type="none" w="med" len="med"/>
                    </a:lnT>
                    <a:lnB w="12700" cap="flat" cmpd="sng" algn="ctr">
                      <a:solidFill>
                        <a:srgbClr val="DDCCEE"/>
                      </a:solidFill>
                      <a:prstDash val="solid"/>
                      <a:round/>
                      <a:headEnd type="none" w="med" len="med"/>
                      <a:tailEnd type="none" w="med" len="med"/>
                    </a:lnB>
                    <a:solidFill>
                      <a:srgbClr val="6B48B5"/>
                    </a:solidFill>
                  </a:tcPr>
                </a:tc>
                <a:tc>
                  <a:txBody>
                    <a:bodyPr/>
                    <a:lstStyle/>
                    <a:p>
                      <a:pPr algn="ctr" indent="0" marL="0">
                        <a:buNone/>
                      </a:pPr>
                      <a:r>
                        <a:rPr lang="en-US" sz="1200" b="1" dirty="0">
                          <a:solidFill>
                            <a:srgbClr val="FFFFFF"/>
                          </a:solidFill>
                        </a:rPr>
                        <a:t>4</a:t>
                      </a:r>
                      <a:endParaRPr lang="en-US" sz="1200" dirty="0"/>
                    </a:p>
                  </a:txBody>
                  <a:tcPr marL="91440" marR="91440" marT="45720" marB="45720">
                    <a:lnL w="12700" cap="flat" cmpd="sng" algn="ctr">
                      <a:solidFill>
                        <a:srgbClr val="DDCCEE"/>
                      </a:solidFill>
                      <a:prstDash val="solid"/>
                      <a:round/>
                      <a:headEnd type="none" w="med" len="med"/>
                      <a:tailEnd type="none" w="med" len="med"/>
                    </a:lnL>
                    <a:lnR w="12700" cap="flat" cmpd="sng" algn="ctr">
                      <a:solidFill>
                        <a:srgbClr val="DDCCEE"/>
                      </a:solidFill>
                      <a:prstDash val="solid"/>
                      <a:round/>
                      <a:headEnd type="none" w="med" len="med"/>
                      <a:tailEnd type="none" w="med" len="med"/>
                    </a:lnR>
                    <a:lnT w="12700" cap="flat" cmpd="sng" algn="ctr">
                      <a:solidFill>
                        <a:srgbClr val="DDCCEE"/>
                      </a:solidFill>
                      <a:prstDash val="solid"/>
                      <a:round/>
                      <a:headEnd type="none" w="med" len="med"/>
                      <a:tailEnd type="none" w="med" len="med"/>
                    </a:lnT>
                    <a:lnB w="12700" cap="flat" cmpd="sng" algn="ctr">
                      <a:solidFill>
                        <a:srgbClr val="DDCCEE"/>
                      </a:solidFill>
                      <a:prstDash val="solid"/>
                      <a:round/>
                      <a:headEnd type="none" w="med" len="med"/>
                      <a:tailEnd type="none" w="med" len="med"/>
                    </a:lnB>
                    <a:solidFill>
                      <a:srgbClr val="6B48B5"/>
                    </a:solidFill>
                  </a:tcPr>
                </a:tc>
                <a:tc>
                  <a:txBody>
                    <a:bodyPr/>
                    <a:lstStyle/>
                    <a:p>
                      <a:pPr algn="ctr" indent="0" marL="0">
                        <a:buNone/>
                      </a:pPr>
                      <a:r>
                        <a:rPr lang="en-US" sz="1200" b="1" dirty="0">
                          <a:solidFill>
                            <a:srgbClr val="FFFFFF"/>
                          </a:solidFill>
                        </a:rPr>
                        <a:t>1</a:t>
                      </a:r>
                      <a:endParaRPr lang="en-US" sz="1200" dirty="0"/>
                    </a:p>
                  </a:txBody>
                  <a:tcPr marL="91440" marR="91440" marT="45720" marB="45720">
                    <a:lnL w="12700" cap="flat" cmpd="sng" algn="ctr">
                      <a:solidFill>
                        <a:srgbClr val="DDCCEE"/>
                      </a:solidFill>
                      <a:prstDash val="solid"/>
                      <a:round/>
                      <a:headEnd type="none" w="med" len="med"/>
                      <a:tailEnd type="none" w="med" len="med"/>
                    </a:lnL>
                    <a:lnR w="12700" cap="flat" cmpd="sng" algn="ctr">
                      <a:solidFill>
                        <a:srgbClr val="DDCCEE"/>
                      </a:solidFill>
                      <a:prstDash val="solid"/>
                      <a:round/>
                      <a:headEnd type="none" w="med" len="med"/>
                      <a:tailEnd type="none" w="med" len="med"/>
                    </a:lnR>
                    <a:lnT w="12700" cap="flat" cmpd="sng" algn="ctr">
                      <a:solidFill>
                        <a:srgbClr val="DDCCEE"/>
                      </a:solidFill>
                      <a:prstDash val="solid"/>
                      <a:round/>
                      <a:headEnd type="none" w="med" len="med"/>
                      <a:tailEnd type="none" w="med" len="med"/>
                    </a:lnT>
                    <a:lnB w="12700" cap="flat" cmpd="sng" algn="ctr">
                      <a:solidFill>
                        <a:srgbClr val="DDCCEE"/>
                      </a:solidFill>
                      <a:prstDash val="solid"/>
                      <a:round/>
                      <a:headEnd type="none" w="med" len="med"/>
                      <a:tailEnd type="none" w="med" len="med"/>
                    </a:lnB>
                    <a:solidFill>
                      <a:srgbClr val="6B48B5"/>
                    </a:solidFill>
                  </a:tcPr>
                </a:tc>
                <a:tc>
                  <a:txBody>
                    <a:bodyPr/>
                    <a:lstStyle/>
                    <a:p>
                      <a:pPr algn="ctr" indent="0" marL="0">
                        <a:buNone/>
                      </a:pPr>
                      <a:r>
                        <a:rPr lang="en-US" sz="1200" b="1" dirty="0">
                          <a:solidFill>
                            <a:srgbClr val="FFFFFF"/>
                          </a:solidFill>
                        </a:rPr>
                        <a:t>5</a:t>
                      </a:r>
                      <a:endParaRPr lang="en-US" sz="1200" dirty="0"/>
                    </a:p>
                  </a:txBody>
                  <a:tcPr marL="91440" marR="91440" marT="45720" marB="45720">
                    <a:lnL w="12700" cap="flat" cmpd="sng" algn="ctr">
                      <a:solidFill>
                        <a:srgbClr val="DDCCEE"/>
                      </a:solidFill>
                      <a:prstDash val="solid"/>
                      <a:round/>
                      <a:headEnd type="none" w="med" len="med"/>
                      <a:tailEnd type="none" w="med" len="med"/>
                    </a:lnL>
                    <a:lnR w="12700" cap="flat" cmpd="sng" algn="ctr">
                      <a:solidFill>
                        <a:srgbClr val="DDCCEE"/>
                      </a:solidFill>
                      <a:prstDash val="solid"/>
                      <a:round/>
                      <a:headEnd type="none" w="med" len="med"/>
                      <a:tailEnd type="none" w="med" len="med"/>
                    </a:lnR>
                    <a:lnT w="12700" cap="flat" cmpd="sng" algn="ctr">
                      <a:solidFill>
                        <a:srgbClr val="DDCCEE"/>
                      </a:solidFill>
                      <a:prstDash val="solid"/>
                      <a:round/>
                      <a:headEnd type="none" w="med" len="med"/>
                      <a:tailEnd type="none" w="med" len="med"/>
                    </a:lnT>
                    <a:lnB w="12700" cap="flat" cmpd="sng" algn="ctr">
                      <a:solidFill>
                        <a:srgbClr val="DDCCEE"/>
                      </a:solidFill>
                      <a:prstDash val="solid"/>
                      <a:round/>
                      <a:headEnd type="none" w="med" len="med"/>
                      <a:tailEnd type="none" w="med" len="med"/>
                    </a:lnB>
                    <a:solidFill>
                      <a:srgbClr val="6B48B5"/>
                    </a:solidFill>
                  </a:tcPr>
                </a:tc>
              </a:tr>
              <a:tr h="402336">
                <a:tc>
                  <a:txBody>
                    <a:bodyPr/>
                    <a:lstStyle/>
                    <a:p>
                      <a:pPr algn="ctr" indent="0" marL="0">
                        <a:buNone/>
                      </a:pPr>
                      <a:r>
                        <a:rPr lang="en-US" sz="1200" b="1" dirty="0">
                          <a:solidFill>
                            <a:srgbClr val="FFFFFF"/>
                          </a:solidFill>
                        </a:rPr>
                        <a:t>F1</a:t>
                      </a:r>
                      <a:endParaRPr lang="en-US" sz="1200" dirty="0"/>
                    </a:p>
                  </a:txBody>
                  <a:tcPr marL="91440" marR="91440" marT="45720" marB="45720">
                    <a:lnL w="12700" cap="flat" cmpd="sng" algn="ctr">
                      <a:solidFill>
                        <a:srgbClr val="DDCCEE"/>
                      </a:solidFill>
                      <a:prstDash val="solid"/>
                      <a:round/>
                      <a:headEnd type="none" w="med" len="med"/>
                      <a:tailEnd type="none" w="med" len="med"/>
                    </a:lnL>
                    <a:lnR w="12700" cap="flat" cmpd="sng" algn="ctr">
                      <a:solidFill>
                        <a:srgbClr val="DDCCEE"/>
                      </a:solidFill>
                      <a:prstDash val="solid"/>
                      <a:round/>
                      <a:headEnd type="none" w="med" len="med"/>
                      <a:tailEnd type="none" w="med" len="med"/>
                    </a:lnR>
                    <a:lnT w="12700" cap="flat" cmpd="sng" algn="ctr">
                      <a:solidFill>
                        <a:srgbClr val="DDCCEE"/>
                      </a:solidFill>
                      <a:prstDash val="solid"/>
                      <a:round/>
                      <a:headEnd type="none" w="med" len="med"/>
                      <a:tailEnd type="none" w="med" len="med"/>
                    </a:lnT>
                    <a:lnB w="12700" cap="flat" cmpd="sng" algn="ctr">
                      <a:solidFill>
                        <a:srgbClr val="DDCCEE"/>
                      </a:solidFill>
                      <a:prstDash val="solid"/>
                      <a:round/>
                      <a:headEnd type="none" w="med" len="med"/>
                      <a:tailEnd type="none" w="med" len="med"/>
                    </a:lnB>
                    <a:solidFill>
                      <a:srgbClr val="1A2F45"/>
                    </a:solidFill>
                  </a:tcPr>
                </a:tc>
                <a:tc>
                  <a:txBody>
                    <a:bodyPr/>
                    <a:lstStyle/>
                    <a:p>
                      <a:pPr algn="ctr" indent="0" marL="0">
                        <a:buNone/>
                      </a:pPr>
                      <a:r>
                        <a:rPr lang="en-US" sz="1200" dirty="0">
                          <a:solidFill>
                            <a:srgbClr val="000000"/>
                          </a:solidFill>
                        </a:rPr>
                        <a:t>1</a:t>
                      </a:r>
                      <a:endParaRPr lang="en-US" sz="1200" dirty="0"/>
                    </a:p>
                  </a:txBody>
                  <a:tcPr marL="91440" marR="91440" marT="45720" marB="45720">
                    <a:lnL w="12700" cap="flat" cmpd="sng" algn="ctr">
                      <a:solidFill>
                        <a:srgbClr val="DDCCEE"/>
                      </a:solidFill>
                      <a:prstDash val="solid"/>
                      <a:round/>
                      <a:headEnd type="none" w="med" len="med"/>
                      <a:tailEnd type="none" w="med" len="med"/>
                    </a:lnL>
                    <a:lnR w="12700" cap="flat" cmpd="sng" algn="ctr">
                      <a:solidFill>
                        <a:srgbClr val="DDCCEE"/>
                      </a:solidFill>
                      <a:prstDash val="solid"/>
                      <a:round/>
                      <a:headEnd type="none" w="med" len="med"/>
                      <a:tailEnd type="none" w="med" len="med"/>
                    </a:lnR>
                    <a:lnT w="12700" cap="flat" cmpd="sng" algn="ctr">
                      <a:solidFill>
                        <a:srgbClr val="DDCCEE"/>
                      </a:solidFill>
                      <a:prstDash val="solid"/>
                      <a:round/>
                      <a:headEnd type="none" w="med" len="med"/>
                      <a:tailEnd type="none" w="med" len="med"/>
                    </a:lnT>
                    <a:lnB w="12700" cap="flat" cmpd="sng" algn="ctr">
                      <a:solidFill>
                        <a:srgbClr val="DDCC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1</a:t>
                      </a:r>
                      <a:endParaRPr lang="en-US" sz="1200" dirty="0"/>
                    </a:p>
                  </a:txBody>
                  <a:tcPr marL="91440" marR="91440" marT="45720" marB="45720">
                    <a:lnL w="12700" cap="flat" cmpd="sng" algn="ctr">
                      <a:solidFill>
                        <a:srgbClr val="DDCCEE"/>
                      </a:solidFill>
                      <a:prstDash val="solid"/>
                      <a:round/>
                      <a:headEnd type="none" w="med" len="med"/>
                      <a:tailEnd type="none" w="med" len="med"/>
                    </a:lnL>
                    <a:lnR w="12700" cap="flat" cmpd="sng" algn="ctr">
                      <a:solidFill>
                        <a:srgbClr val="DDCCEE"/>
                      </a:solidFill>
                      <a:prstDash val="solid"/>
                      <a:round/>
                      <a:headEnd type="none" w="med" len="med"/>
                      <a:tailEnd type="none" w="med" len="med"/>
                    </a:lnR>
                    <a:lnT w="12700" cap="flat" cmpd="sng" algn="ctr">
                      <a:solidFill>
                        <a:srgbClr val="DDCCEE"/>
                      </a:solidFill>
                      <a:prstDash val="solid"/>
                      <a:round/>
                      <a:headEnd type="none" w="med" len="med"/>
                      <a:tailEnd type="none" w="med" len="med"/>
                    </a:lnT>
                    <a:lnB w="12700" cap="flat" cmpd="sng" algn="ctr">
                      <a:solidFill>
                        <a:srgbClr val="DDCC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1</a:t>
                      </a:r>
                      <a:endParaRPr lang="en-US" sz="1200" dirty="0"/>
                    </a:p>
                  </a:txBody>
                  <a:tcPr marL="91440" marR="91440" marT="45720" marB="45720">
                    <a:lnL w="12700" cap="flat" cmpd="sng" algn="ctr">
                      <a:solidFill>
                        <a:srgbClr val="DDCCEE"/>
                      </a:solidFill>
                      <a:prstDash val="solid"/>
                      <a:round/>
                      <a:headEnd type="none" w="med" len="med"/>
                      <a:tailEnd type="none" w="med" len="med"/>
                    </a:lnL>
                    <a:lnR w="12700" cap="flat" cmpd="sng" algn="ctr">
                      <a:solidFill>
                        <a:srgbClr val="DDCCEE"/>
                      </a:solidFill>
                      <a:prstDash val="solid"/>
                      <a:round/>
                      <a:headEnd type="none" w="med" len="med"/>
                      <a:tailEnd type="none" w="med" len="med"/>
                    </a:lnR>
                    <a:lnT w="12700" cap="flat" cmpd="sng" algn="ctr">
                      <a:solidFill>
                        <a:srgbClr val="DDCCEE"/>
                      </a:solidFill>
                      <a:prstDash val="solid"/>
                      <a:round/>
                      <a:headEnd type="none" w="med" len="med"/>
                      <a:tailEnd type="none" w="med" len="med"/>
                    </a:lnT>
                    <a:lnB w="12700" cap="flat" cmpd="sng" algn="ctr">
                      <a:solidFill>
                        <a:srgbClr val="DDCC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1</a:t>
                      </a:r>
                      <a:endParaRPr lang="en-US" sz="1200" dirty="0"/>
                    </a:p>
                  </a:txBody>
                  <a:tcPr marL="91440" marR="91440" marT="45720" marB="45720">
                    <a:lnL w="12700" cap="flat" cmpd="sng" algn="ctr">
                      <a:solidFill>
                        <a:srgbClr val="DDCCEE"/>
                      </a:solidFill>
                      <a:prstDash val="solid"/>
                      <a:round/>
                      <a:headEnd type="none" w="med" len="med"/>
                      <a:tailEnd type="none" w="med" len="med"/>
                    </a:lnL>
                    <a:lnR w="12700" cap="flat" cmpd="sng" algn="ctr">
                      <a:solidFill>
                        <a:srgbClr val="DDCCEE"/>
                      </a:solidFill>
                      <a:prstDash val="solid"/>
                      <a:round/>
                      <a:headEnd type="none" w="med" len="med"/>
                      <a:tailEnd type="none" w="med" len="med"/>
                    </a:lnR>
                    <a:lnT w="12700" cap="flat" cmpd="sng" algn="ctr">
                      <a:solidFill>
                        <a:srgbClr val="DDCCEE"/>
                      </a:solidFill>
                      <a:prstDash val="solid"/>
                      <a:round/>
                      <a:headEnd type="none" w="med" len="med"/>
                      <a:tailEnd type="none" w="med" len="med"/>
                    </a:lnT>
                    <a:lnB w="12700" cap="flat" cmpd="sng" algn="ctr">
                      <a:solidFill>
                        <a:srgbClr val="DDCC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4</a:t>
                      </a:r>
                      <a:endParaRPr lang="en-US" sz="1200" dirty="0"/>
                    </a:p>
                  </a:txBody>
                  <a:tcPr marL="91440" marR="91440" marT="45720" marB="45720">
                    <a:lnL w="12700" cap="flat" cmpd="sng" algn="ctr">
                      <a:solidFill>
                        <a:srgbClr val="DDCCEE"/>
                      </a:solidFill>
                      <a:prstDash val="solid"/>
                      <a:round/>
                      <a:headEnd type="none" w="med" len="med"/>
                      <a:tailEnd type="none" w="med" len="med"/>
                    </a:lnL>
                    <a:lnR w="12700" cap="flat" cmpd="sng" algn="ctr">
                      <a:solidFill>
                        <a:srgbClr val="DDCCEE"/>
                      </a:solidFill>
                      <a:prstDash val="solid"/>
                      <a:round/>
                      <a:headEnd type="none" w="med" len="med"/>
                      <a:tailEnd type="none" w="med" len="med"/>
                    </a:lnR>
                    <a:lnT w="12700" cap="flat" cmpd="sng" algn="ctr">
                      <a:solidFill>
                        <a:srgbClr val="DDCCEE"/>
                      </a:solidFill>
                      <a:prstDash val="solid"/>
                      <a:round/>
                      <a:headEnd type="none" w="med" len="med"/>
                      <a:tailEnd type="none" w="med" len="med"/>
                    </a:lnT>
                    <a:lnB w="12700" cap="flat" cmpd="sng" algn="ctr">
                      <a:solidFill>
                        <a:srgbClr val="DDCC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4</a:t>
                      </a:r>
                      <a:endParaRPr lang="en-US" sz="1200" dirty="0"/>
                    </a:p>
                  </a:txBody>
                  <a:tcPr marL="91440" marR="91440" marT="45720" marB="45720">
                    <a:lnL w="12700" cap="flat" cmpd="sng" algn="ctr">
                      <a:solidFill>
                        <a:srgbClr val="DDCCEE"/>
                      </a:solidFill>
                      <a:prstDash val="solid"/>
                      <a:round/>
                      <a:headEnd type="none" w="med" len="med"/>
                      <a:tailEnd type="none" w="med" len="med"/>
                    </a:lnL>
                    <a:lnR w="12700" cap="flat" cmpd="sng" algn="ctr">
                      <a:solidFill>
                        <a:srgbClr val="DDCCEE"/>
                      </a:solidFill>
                      <a:prstDash val="solid"/>
                      <a:round/>
                      <a:headEnd type="none" w="med" len="med"/>
                      <a:tailEnd type="none" w="med" len="med"/>
                    </a:lnR>
                    <a:lnT w="12700" cap="flat" cmpd="sng" algn="ctr">
                      <a:solidFill>
                        <a:srgbClr val="DDCCEE"/>
                      </a:solidFill>
                      <a:prstDash val="solid"/>
                      <a:round/>
                      <a:headEnd type="none" w="med" len="med"/>
                      <a:tailEnd type="none" w="med" len="med"/>
                    </a:lnT>
                    <a:lnB w="12700" cap="flat" cmpd="sng" algn="ctr">
                      <a:solidFill>
                        <a:srgbClr val="DDCC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4</a:t>
                      </a:r>
                      <a:endParaRPr lang="en-US" sz="1200" dirty="0"/>
                    </a:p>
                  </a:txBody>
                  <a:tcPr marL="91440" marR="91440" marT="45720" marB="45720">
                    <a:lnL w="12700" cap="flat" cmpd="sng" algn="ctr">
                      <a:solidFill>
                        <a:srgbClr val="DDCCEE"/>
                      </a:solidFill>
                      <a:prstDash val="solid"/>
                      <a:round/>
                      <a:headEnd type="none" w="med" len="med"/>
                      <a:tailEnd type="none" w="med" len="med"/>
                    </a:lnL>
                    <a:lnR w="12700" cap="flat" cmpd="sng" algn="ctr">
                      <a:solidFill>
                        <a:srgbClr val="DDCCEE"/>
                      </a:solidFill>
                      <a:prstDash val="solid"/>
                      <a:round/>
                      <a:headEnd type="none" w="med" len="med"/>
                      <a:tailEnd type="none" w="med" len="med"/>
                    </a:lnR>
                    <a:lnT w="12700" cap="flat" cmpd="sng" algn="ctr">
                      <a:solidFill>
                        <a:srgbClr val="DDCCEE"/>
                      </a:solidFill>
                      <a:prstDash val="solid"/>
                      <a:round/>
                      <a:headEnd type="none" w="med" len="med"/>
                      <a:tailEnd type="none" w="med" len="med"/>
                    </a:lnT>
                    <a:lnB w="12700" cap="flat" cmpd="sng" algn="ctr">
                      <a:solidFill>
                        <a:srgbClr val="DDCCEE"/>
                      </a:solidFill>
                      <a:prstDash val="solid"/>
                      <a:round/>
                      <a:headEnd type="none" w="med" len="med"/>
                      <a:tailEnd type="none" w="med" len="med"/>
                    </a:lnB>
                    <a:solidFill>
                      <a:srgbClr val="FFFFFF"/>
                    </a:solidFill>
                  </a:tcPr>
                </a:tc>
              </a:tr>
              <a:tr h="402336">
                <a:tc>
                  <a:txBody>
                    <a:bodyPr/>
                    <a:lstStyle/>
                    <a:p>
                      <a:pPr algn="ctr" indent="0" marL="0">
                        <a:buNone/>
                      </a:pPr>
                      <a:r>
                        <a:rPr lang="en-US" sz="1200" b="1" dirty="0">
                          <a:solidFill>
                            <a:srgbClr val="FFFFFF"/>
                          </a:solidFill>
                        </a:rPr>
                        <a:t>F2</a:t>
                      </a:r>
                      <a:endParaRPr lang="en-US" sz="1200" dirty="0"/>
                    </a:p>
                  </a:txBody>
                  <a:tcPr marL="91440" marR="91440" marT="45720" marB="45720">
                    <a:lnL w="12700" cap="flat" cmpd="sng" algn="ctr">
                      <a:solidFill>
                        <a:srgbClr val="DDCCEE"/>
                      </a:solidFill>
                      <a:prstDash val="solid"/>
                      <a:round/>
                      <a:headEnd type="none" w="med" len="med"/>
                      <a:tailEnd type="none" w="med" len="med"/>
                    </a:lnL>
                    <a:lnR w="12700" cap="flat" cmpd="sng" algn="ctr">
                      <a:solidFill>
                        <a:srgbClr val="DDCCEE"/>
                      </a:solidFill>
                      <a:prstDash val="solid"/>
                      <a:round/>
                      <a:headEnd type="none" w="med" len="med"/>
                      <a:tailEnd type="none" w="med" len="med"/>
                    </a:lnR>
                    <a:lnT w="12700" cap="flat" cmpd="sng" algn="ctr">
                      <a:solidFill>
                        <a:srgbClr val="DDCCEE"/>
                      </a:solidFill>
                      <a:prstDash val="solid"/>
                      <a:round/>
                      <a:headEnd type="none" w="med" len="med"/>
                      <a:tailEnd type="none" w="med" len="med"/>
                    </a:lnT>
                    <a:lnB w="12700" cap="flat" cmpd="sng" algn="ctr">
                      <a:solidFill>
                        <a:srgbClr val="DDCCEE"/>
                      </a:solidFill>
                      <a:prstDash val="solid"/>
                      <a:round/>
                      <a:headEnd type="none" w="med" len="med"/>
                      <a:tailEnd type="none" w="med" len="med"/>
                    </a:lnB>
                    <a:solidFill>
                      <a:srgbClr val="1A2F45"/>
                    </a:solidFill>
                  </a:tcPr>
                </a:tc>
                <a:tc>
                  <a:txBody>
                    <a:bodyPr/>
                    <a:lstStyle/>
                    <a:p>
                      <a:pPr algn="ctr" indent="0" marL="0">
                        <a:buNone/>
                      </a:pPr>
                      <a:r>
                        <a:rPr lang="en-US" sz="1200" dirty="0">
                          <a:solidFill>
                            <a:srgbClr val="000000"/>
                          </a:solidFill>
                        </a:rPr>
                        <a:t>-</a:t>
                      </a:r>
                      <a:endParaRPr lang="en-US" sz="1200" dirty="0"/>
                    </a:p>
                  </a:txBody>
                  <a:tcPr marL="91440" marR="91440" marT="45720" marB="45720">
                    <a:lnL w="12700" cap="flat" cmpd="sng" algn="ctr">
                      <a:solidFill>
                        <a:srgbClr val="DDCCEE"/>
                      </a:solidFill>
                      <a:prstDash val="solid"/>
                      <a:round/>
                      <a:headEnd type="none" w="med" len="med"/>
                      <a:tailEnd type="none" w="med" len="med"/>
                    </a:lnL>
                    <a:lnR w="12700" cap="flat" cmpd="sng" algn="ctr">
                      <a:solidFill>
                        <a:srgbClr val="DDCCEE"/>
                      </a:solidFill>
                      <a:prstDash val="solid"/>
                      <a:round/>
                      <a:headEnd type="none" w="med" len="med"/>
                      <a:tailEnd type="none" w="med" len="med"/>
                    </a:lnR>
                    <a:lnT w="12700" cap="flat" cmpd="sng" algn="ctr">
                      <a:solidFill>
                        <a:srgbClr val="DDCCEE"/>
                      </a:solidFill>
                      <a:prstDash val="solid"/>
                      <a:round/>
                      <a:headEnd type="none" w="med" len="med"/>
                      <a:tailEnd type="none" w="med" len="med"/>
                    </a:lnT>
                    <a:lnB w="12700" cap="flat" cmpd="sng" algn="ctr">
                      <a:solidFill>
                        <a:srgbClr val="DDCC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2</a:t>
                      </a:r>
                      <a:endParaRPr lang="en-US" sz="1200" dirty="0"/>
                    </a:p>
                  </a:txBody>
                  <a:tcPr marL="91440" marR="91440" marT="45720" marB="45720">
                    <a:lnL w="12700" cap="flat" cmpd="sng" algn="ctr">
                      <a:solidFill>
                        <a:srgbClr val="DDCCEE"/>
                      </a:solidFill>
                      <a:prstDash val="solid"/>
                      <a:round/>
                      <a:headEnd type="none" w="med" len="med"/>
                      <a:tailEnd type="none" w="med" len="med"/>
                    </a:lnL>
                    <a:lnR w="12700" cap="flat" cmpd="sng" algn="ctr">
                      <a:solidFill>
                        <a:srgbClr val="DDCCEE"/>
                      </a:solidFill>
                      <a:prstDash val="solid"/>
                      <a:round/>
                      <a:headEnd type="none" w="med" len="med"/>
                      <a:tailEnd type="none" w="med" len="med"/>
                    </a:lnR>
                    <a:lnT w="12700" cap="flat" cmpd="sng" algn="ctr">
                      <a:solidFill>
                        <a:srgbClr val="DDCCEE"/>
                      </a:solidFill>
                      <a:prstDash val="solid"/>
                      <a:round/>
                      <a:headEnd type="none" w="med" len="med"/>
                      <a:tailEnd type="none" w="med" len="med"/>
                    </a:lnT>
                    <a:lnB w="12700" cap="flat" cmpd="sng" algn="ctr">
                      <a:solidFill>
                        <a:srgbClr val="DDCC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2</a:t>
                      </a:r>
                      <a:endParaRPr lang="en-US" sz="1200" dirty="0"/>
                    </a:p>
                  </a:txBody>
                  <a:tcPr marL="91440" marR="91440" marT="45720" marB="45720">
                    <a:lnL w="12700" cap="flat" cmpd="sng" algn="ctr">
                      <a:solidFill>
                        <a:srgbClr val="DDCCEE"/>
                      </a:solidFill>
                      <a:prstDash val="solid"/>
                      <a:round/>
                      <a:headEnd type="none" w="med" len="med"/>
                      <a:tailEnd type="none" w="med" len="med"/>
                    </a:lnL>
                    <a:lnR w="12700" cap="flat" cmpd="sng" algn="ctr">
                      <a:solidFill>
                        <a:srgbClr val="DDCCEE"/>
                      </a:solidFill>
                      <a:prstDash val="solid"/>
                      <a:round/>
                      <a:headEnd type="none" w="med" len="med"/>
                      <a:tailEnd type="none" w="med" len="med"/>
                    </a:lnR>
                    <a:lnT w="12700" cap="flat" cmpd="sng" algn="ctr">
                      <a:solidFill>
                        <a:srgbClr val="DDCCEE"/>
                      </a:solidFill>
                      <a:prstDash val="solid"/>
                      <a:round/>
                      <a:headEnd type="none" w="med" len="med"/>
                      <a:tailEnd type="none" w="med" len="med"/>
                    </a:lnT>
                    <a:lnB w="12700" cap="flat" cmpd="sng" algn="ctr">
                      <a:solidFill>
                        <a:srgbClr val="DDCC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2</a:t>
                      </a:r>
                      <a:endParaRPr lang="en-US" sz="1200" dirty="0"/>
                    </a:p>
                  </a:txBody>
                  <a:tcPr marL="91440" marR="91440" marT="45720" marB="45720">
                    <a:lnL w="12700" cap="flat" cmpd="sng" algn="ctr">
                      <a:solidFill>
                        <a:srgbClr val="DDCCEE"/>
                      </a:solidFill>
                      <a:prstDash val="solid"/>
                      <a:round/>
                      <a:headEnd type="none" w="med" len="med"/>
                      <a:tailEnd type="none" w="med" len="med"/>
                    </a:lnL>
                    <a:lnR w="12700" cap="flat" cmpd="sng" algn="ctr">
                      <a:solidFill>
                        <a:srgbClr val="DDCCEE"/>
                      </a:solidFill>
                      <a:prstDash val="solid"/>
                      <a:round/>
                      <a:headEnd type="none" w="med" len="med"/>
                      <a:tailEnd type="none" w="med" len="med"/>
                    </a:lnR>
                    <a:lnT w="12700" cap="flat" cmpd="sng" algn="ctr">
                      <a:solidFill>
                        <a:srgbClr val="DDCCEE"/>
                      </a:solidFill>
                      <a:prstDash val="solid"/>
                      <a:round/>
                      <a:headEnd type="none" w="med" len="med"/>
                      <a:tailEnd type="none" w="med" len="med"/>
                    </a:lnT>
                    <a:lnB w="12700" cap="flat" cmpd="sng" algn="ctr">
                      <a:solidFill>
                        <a:srgbClr val="DDCC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2</a:t>
                      </a:r>
                      <a:endParaRPr lang="en-US" sz="1200" dirty="0"/>
                    </a:p>
                  </a:txBody>
                  <a:tcPr marL="91440" marR="91440" marT="45720" marB="45720">
                    <a:lnL w="12700" cap="flat" cmpd="sng" algn="ctr">
                      <a:solidFill>
                        <a:srgbClr val="DDCCEE"/>
                      </a:solidFill>
                      <a:prstDash val="solid"/>
                      <a:round/>
                      <a:headEnd type="none" w="med" len="med"/>
                      <a:tailEnd type="none" w="med" len="med"/>
                    </a:lnL>
                    <a:lnR w="12700" cap="flat" cmpd="sng" algn="ctr">
                      <a:solidFill>
                        <a:srgbClr val="DDCCEE"/>
                      </a:solidFill>
                      <a:prstDash val="solid"/>
                      <a:round/>
                      <a:headEnd type="none" w="med" len="med"/>
                      <a:tailEnd type="none" w="med" len="med"/>
                    </a:lnR>
                    <a:lnT w="12700" cap="flat" cmpd="sng" algn="ctr">
                      <a:solidFill>
                        <a:srgbClr val="DDCCEE"/>
                      </a:solidFill>
                      <a:prstDash val="solid"/>
                      <a:round/>
                      <a:headEnd type="none" w="med" len="med"/>
                      <a:tailEnd type="none" w="med" len="med"/>
                    </a:lnT>
                    <a:lnB w="12700" cap="flat" cmpd="sng" algn="ctr">
                      <a:solidFill>
                        <a:srgbClr val="DDCC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1</a:t>
                      </a:r>
                      <a:endParaRPr lang="en-US" sz="1200" dirty="0"/>
                    </a:p>
                  </a:txBody>
                  <a:tcPr marL="91440" marR="91440" marT="45720" marB="45720">
                    <a:lnL w="12700" cap="flat" cmpd="sng" algn="ctr">
                      <a:solidFill>
                        <a:srgbClr val="DDCCEE"/>
                      </a:solidFill>
                      <a:prstDash val="solid"/>
                      <a:round/>
                      <a:headEnd type="none" w="med" len="med"/>
                      <a:tailEnd type="none" w="med" len="med"/>
                    </a:lnL>
                    <a:lnR w="12700" cap="flat" cmpd="sng" algn="ctr">
                      <a:solidFill>
                        <a:srgbClr val="DDCCEE"/>
                      </a:solidFill>
                      <a:prstDash val="solid"/>
                      <a:round/>
                      <a:headEnd type="none" w="med" len="med"/>
                      <a:tailEnd type="none" w="med" len="med"/>
                    </a:lnR>
                    <a:lnT w="12700" cap="flat" cmpd="sng" algn="ctr">
                      <a:solidFill>
                        <a:srgbClr val="DDCCEE"/>
                      </a:solidFill>
                      <a:prstDash val="solid"/>
                      <a:round/>
                      <a:headEnd type="none" w="med" len="med"/>
                      <a:tailEnd type="none" w="med" len="med"/>
                    </a:lnT>
                    <a:lnB w="12700" cap="flat" cmpd="sng" algn="ctr">
                      <a:solidFill>
                        <a:srgbClr val="DDCC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1</a:t>
                      </a:r>
                      <a:endParaRPr lang="en-US" sz="1200" dirty="0"/>
                    </a:p>
                  </a:txBody>
                  <a:tcPr marL="91440" marR="91440" marT="45720" marB="45720">
                    <a:lnL w="12700" cap="flat" cmpd="sng" algn="ctr">
                      <a:solidFill>
                        <a:srgbClr val="DDCCEE"/>
                      </a:solidFill>
                      <a:prstDash val="solid"/>
                      <a:round/>
                      <a:headEnd type="none" w="med" len="med"/>
                      <a:tailEnd type="none" w="med" len="med"/>
                    </a:lnL>
                    <a:lnR w="12700" cap="flat" cmpd="sng" algn="ctr">
                      <a:solidFill>
                        <a:srgbClr val="DDCCEE"/>
                      </a:solidFill>
                      <a:prstDash val="solid"/>
                      <a:round/>
                      <a:headEnd type="none" w="med" len="med"/>
                      <a:tailEnd type="none" w="med" len="med"/>
                    </a:lnR>
                    <a:lnT w="12700" cap="flat" cmpd="sng" algn="ctr">
                      <a:solidFill>
                        <a:srgbClr val="DDCCEE"/>
                      </a:solidFill>
                      <a:prstDash val="solid"/>
                      <a:round/>
                      <a:headEnd type="none" w="med" len="med"/>
                      <a:tailEnd type="none" w="med" len="med"/>
                    </a:lnT>
                    <a:lnB w="12700" cap="flat" cmpd="sng" algn="ctr">
                      <a:solidFill>
                        <a:srgbClr val="DDCCEE"/>
                      </a:solidFill>
                      <a:prstDash val="solid"/>
                      <a:round/>
                      <a:headEnd type="none" w="med" len="med"/>
                      <a:tailEnd type="none" w="med" len="med"/>
                    </a:lnB>
                    <a:solidFill>
                      <a:srgbClr val="FFFFFF"/>
                    </a:solidFill>
                  </a:tcPr>
                </a:tc>
              </a:tr>
              <a:tr h="402336">
                <a:tc>
                  <a:txBody>
                    <a:bodyPr/>
                    <a:lstStyle/>
                    <a:p>
                      <a:pPr algn="ctr" indent="0" marL="0">
                        <a:buNone/>
                      </a:pPr>
                      <a:r>
                        <a:rPr lang="en-US" sz="1200" b="1" dirty="0">
                          <a:solidFill>
                            <a:srgbClr val="FFFFFF"/>
                          </a:solidFill>
                        </a:rPr>
                        <a:t>F3</a:t>
                      </a:r>
                      <a:endParaRPr lang="en-US" sz="1200" dirty="0"/>
                    </a:p>
                  </a:txBody>
                  <a:tcPr marL="91440" marR="91440" marT="45720" marB="45720">
                    <a:lnL w="12700" cap="flat" cmpd="sng" algn="ctr">
                      <a:solidFill>
                        <a:srgbClr val="DDCCEE"/>
                      </a:solidFill>
                      <a:prstDash val="solid"/>
                      <a:round/>
                      <a:headEnd type="none" w="med" len="med"/>
                      <a:tailEnd type="none" w="med" len="med"/>
                    </a:lnL>
                    <a:lnR w="12700" cap="flat" cmpd="sng" algn="ctr">
                      <a:solidFill>
                        <a:srgbClr val="DDCCEE"/>
                      </a:solidFill>
                      <a:prstDash val="solid"/>
                      <a:round/>
                      <a:headEnd type="none" w="med" len="med"/>
                      <a:tailEnd type="none" w="med" len="med"/>
                    </a:lnR>
                    <a:lnT w="12700" cap="flat" cmpd="sng" algn="ctr">
                      <a:solidFill>
                        <a:srgbClr val="DDCCEE"/>
                      </a:solidFill>
                      <a:prstDash val="solid"/>
                      <a:round/>
                      <a:headEnd type="none" w="med" len="med"/>
                      <a:tailEnd type="none" w="med" len="med"/>
                    </a:lnT>
                    <a:lnB w="12700" cap="flat" cmpd="sng" algn="ctr">
                      <a:solidFill>
                        <a:srgbClr val="DDCCEE"/>
                      </a:solidFill>
                      <a:prstDash val="solid"/>
                      <a:round/>
                      <a:headEnd type="none" w="med" len="med"/>
                      <a:tailEnd type="none" w="med" len="med"/>
                    </a:lnB>
                    <a:solidFill>
                      <a:srgbClr val="1A2F45"/>
                    </a:solidFill>
                  </a:tcPr>
                </a:tc>
                <a:tc>
                  <a:txBody>
                    <a:bodyPr/>
                    <a:lstStyle/>
                    <a:p>
                      <a:pPr algn="ctr" indent="0" marL="0">
                        <a:buNone/>
                      </a:pPr>
                      <a:r>
                        <a:rPr lang="en-US" sz="1200" dirty="0">
                          <a:solidFill>
                            <a:srgbClr val="000000"/>
                          </a:solidFill>
                        </a:rPr>
                        <a:t>-</a:t>
                      </a:r>
                      <a:endParaRPr lang="en-US" sz="1200" dirty="0"/>
                    </a:p>
                  </a:txBody>
                  <a:tcPr marL="91440" marR="91440" marT="45720" marB="45720">
                    <a:lnL w="12700" cap="flat" cmpd="sng" algn="ctr">
                      <a:solidFill>
                        <a:srgbClr val="DDCCEE"/>
                      </a:solidFill>
                      <a:prstDash val="solid"/>
                      <a:round/>
                      <a:headEnd type="none" w="med" len="med"/>
                      <a:tailEnd type="none" w="med" len="med"/>
                    </a:lnL>
                    <a:lnR w="12700" cap="flat" cmpd="sng" algn="ctr">
                      <a:solidFill>
                        <a:srgbClr val="DDCCEE"/>
                      </a:solidFill>
                      <a:prstDash val="solid"/>
                      <a:round/>
                      <a:headEnd type="none" w="med" len="med"/>
                      <a:tailEnd type="none" w="med" len="med"/>
                    </a:lnR>
                    <a:lnT w="12700" cap="flat" cmpd="sng" algn="ctr">
                      <a:solidFill>
                        <a:srgbClr val="DDCCEE"/>
                      </a:solidFill>
                      <a:prstDash val="solid"/>
                      <a:round/>
                      <a:headEnd type="none" w="med" len="med"/>
                      <a:tailEnd type="none" w="med" len="med"/>
                    </a:lnT>
                    <a:lnB w="12700" cap="flat" cmpd="sng" algn="ctr">
                      <a:solidFill>
                        <a:srgbClr val="DDCC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a:t>
                      </a:r>
                      <a:endParaRPr lang="en-US" sz="1200" dirty="0"/>
                    </a:p>
                  </a:txBody>
                  <a:tcPr marL="91440" marR="91440" marT="45720" marB="45720">
                    <a:lnL w="12700" cap="flat" cmpd="sng" algn="ctr">
                      <a:solidFill>
                        <a:srgbClr val="DDCCEE"/>
                      </a:solidFill>
                      <a:prstDash val="solid"/>
                      <a:round/>
                      <a:headEnd type="none" w="med" len="med"/>
                      <a:tailEnd type="none" w="med" len="med"/>
                    </a:lnL>
                    <a:lnR w="12700" cap="flat" cmpd="sng" algn="ctr">
                      <a:solidFill>
                        <a:srgbClr val="DDCCEE"/>
                      </a:solidFill>
                      <a:prstDash val="solid"/>
                      <a:round/>
                      <a:headEnd type="none" w="med" len="med"/>
                      <a:tailEnd type="none" w="med" len="med"/>
                    </a:lnR>
                    <a:lnT w="12700" cap="flat" cmpd="sng" algn="ctr">
                      <a:solidFill>
                        <a:srgbClr val="DDCCEE"/>
                      </a:solidFill>
                      <a:prstDash val="solid"/>
                      <a:round/>
                      <a:headEnd type="none" w="med" len="med"/>
                      <a:tailEnd type="none" w="med" len="med"/>
                    </a:lnT>
                    <a:lnB w="12700" cap="flat" cmpd="sng" algn="ctr">
                      <a:solidFill>
                        <a:srgbClr val="DDCC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3</a:t>
                      </a:r>
                      <a:endParaRPr lang="en-US" sz="1200" dirty="0"/>
                    </a:p>
                  </a:txBody>
                  <a:tcPr marL="91440" marR="91440" marT="45720" marB="45720">
                    <a:lnL w="12700" cap="flat" cmpd="sng" algn="ctr">
                      <a:solidFill>
                        <a:srgbClr val="DDCCEE"/>
                      </a:solidFill>
                      <a:prstDash val="solid"/>
                      <a:round/>
                      <a:headEnd type="none" w="med" len="med"/>
                      <a:tailEnd type="none" w="med" len="med"/>
                    </a:lnL>
                    <a:lnR w="12700" cap="flat" cmpd="sng" algn="ctr">
                      <a:solidFill>
                        <a:srgbClr val="DDCCEE"/>
                      </a:solidFill>
                      <a:prstDash val="solid"/>
                      <a:round/>
                      <a:headEnd type="none" w="med" len="med"/>
                      <a:tailEnd type="none" w="med" len="med"/>
                    </a:lnR>
                    <a:lnT w="12700" cap="flat" cmpd="sng" algn="ctr">
                      <a:solidFill>
                        <a:srgbClr val="DDCCEE"/>
                      </a:solidFill>
                      <a:prstDash val="solid"/>
                      <a:round/>
                      <a:headEnd type="none" w="med" len="med"/>
                      <a:tailEnd type="none" w="med" len="med"/>
                    </a:lnT>
                    <a:lnB w="12700" cap="flat" cmpd="sng" algn="ctr">
                      <a:solidFill>
                        <a:srgbClr val="DDCC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3</a:t>
                      </a:r>
                      <a:endParaRPr lang="en-US" sz="1200" dirty="0"/>
                    </a:p>
                  </a:txBody>
                  <a:tcPr marL="91440" marR="91440" marT="45720" marB="45720">
                    <a:lnL w="12700" cap="flat" cmpd="sng" algn="ctr">
                      <a:solidFill>
                        <a:srgbClr val="DDCCEE"/>
                      </a:solidFill>
                      <a:prstDash val="solid"/>
                      <a:round/>
                      <a:headEnd type="none" w="med" len="med"/>
                      <a:tailEnd type="none" w="med" len="med"/>
                    </a:lnL>
                    <a:lnR w="12700" cap="flat" cmpd="sng" algn="ctr">
                      <a:solidFill>
                        <a:srgbClr val="DDCCEE"/>
                      </a:solidFill>
                      <a:prstDash val="solid"/>
                      <a:round/>
                      <a:headEnd type="none" w="med" len="med"/>
                      <a:tailEnd type="none" w="med" len="med"/>
                    </a:lnR>
                    <a:lnT w="12700" cap="flat" cmpd="sng" algn="ctr">
                      <a:solidFill>
                        <a:srgbClr val="DDCCEE"/>
                      </a:solidFill>
                      <a:prstDash val="solid"/>
                      <a:round/>
                      <a:headEnd type="none" w="med" len="med"/>
                      <a:tailEnd type="none" w="med" len="med"/>
                    </a:lnT>
                    <a:lnB w="12700" cap="flat" cmpd="sng" algn="ctr">
                      <a:solidFill>
                        <a:srgbClr val="DDCC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3</a:t>
                      </a:r>
                      <a:endParaRPr lang="en-US" sz="1200" dirty="0"/>
                    </a:p>
                  </a:txBody>
                  <a:tcPr marL="91440" marR="91440" marT="45720" marB="45720">
                    <a:lnL w="12700" cap="flat" cmpd="sng" algn="ctr">
                      <a:solidFill>
                        <a:srgbClr val="DDCCEE"/>
                      </a:solidFill>
                      <a:prstDash val="solid"/>
                      <a:round/>
                      <a:headEnd type="none" w="med" len="med"/>
                      <a:tailEnd type="none" w="med" len="med"/>
                    </a:lnL>
                    <a:lnR w="12700" cap="flat" cmpd="sng" algn="ctr">
                      <a:solidFill>
                        <a:srgbClr val="DDCCEE"/>
                      </a:solidFill>
                      <a:prstDash val="solid"/>
                      <a:round/>
                      <a:headEnd type="none" w="med" len="med"/>
                      <a:tailEnd type="none" w="med" len="med"/>
                    </a:lnR>
                    <a:lnT w="12700" cap="flat" cmpd="sng" algn="ctr">
                      <a:solidFill>
                        <a:srgbClr val="DDCCEE"/>
                      </a:solidFill>
                      <a:prstDash val="solid"/>
                      <a:round/>
                      <a:headEnd type="none" w="med" len="med"/>
                      <a:tailEnd type="none" w="med" len="med"/>
                    </a:lnT>
                    <a:lnB w="12700" cap="flat" cmpd="sng" algn="ctr">
                      <a:solidFill>
                        <a:srgbClr val="DDCC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3</a:t>
                      </a:r>
                      <a:endParaRPr lang="en-US" sz="1200" dirty="0"/>
                    </a:p>
                  </a:txBody>
                  <a:tcPr marL="91440" marR="91440" marT="45720" marB="45720">
                    <a:lnL w="12700" cap="flat" cmpd="sng" algn="ctr">
                      <a:solidFill>
                        <a:srgbClr val="DDCCEE"/>
                      </a:solidFill>
                      <a:prstDash val="solid"/>
                      <a:round/>
                      <a:headEnd type="none" w="med" len="med"/>
                      <a:tailEnd type="none" w="med" len="med"/>
                    </a:lnL>
                    <a:lnR w="12700" cap="flat" cmpd="sng" algn="ctr">
                      <a:solidFill>
                        <a:srgbClr val="DDCCEE"/>
                      </a:solidFill>
                      <a:prstDash val="solid"/>
                      <a:round/>
                      <a:headEnd type="none" w="med" len="med"/>
                      <a:tailEnd type="none" w="med" len="med"/>
                    </a:lnR>
                    <a:lnT w="12700" cap="flat" cmpd="sng" algn="ctr">
                      <a:solidFill>
                        <a:srgbClr val="DDCCEE"/>
                      </a:solidFill>
                      <a:prstDash val="solid"/>
                      <a:round/>
                      <a:headEnd type="none" w="med" len="med"/>
                      <a:tailEnd type="none" w="med" len="med"/>
                    </a:lnT>
                    <a:lnB w="12700" cap="flat" cmpd="sng" algn="ctr">
                      <a:solidFill>
                        <a:srgbClr val="DDCC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5</a:t>
                      </a:r>
                      <a:endParaRPr lang="en-US" sz="1200" dirty="0"/>
                    </a:p>
                  </a:txBody>
                  <a:tcPr marL="91440" marR="91440" marT="45720" marB="45720">
                    <a:lnL w="12700" cap="flat" cmpd="sng" algn="ctr">
                      <a:solidFill>
                        <a:srgbClr val="DDCCEE"/>
                      </a:solidFill>
                      <a:prstDash val="solid"/>
                      <a:round/>
                      <a:headEnd type="none" w="med" len="med"/>
                      <a:tailEnd type="none" w="med" len="med"/>
                    </a:lnL>
                    <a:lnR w="12700" cap="flat" cmpd="sng" algn="ctr">
                      <a:solidFill>
                        <a:srgbClr val="DDCCEE"/>
                      </a:solidFill>
                      <a:prstDash val="solid"/>
                      <a:round/>
                      <a:headEnd type="none" w="med" len="med"/>
                      <a:tailEnd type="none" w="med" len="med"/>
                    </a:lnR>
                    <a:lnT w="12700" cap="flat" cmpd="sng" algn="ctr">
                      <a:solidFill>
                        <a:srgbClr val="DDCCEE"/>
                      </a:solidFill>
                      <a:prstDash val="solid"/>
                      <a:round/>
                      <a:headEnd type="none" w="med" len="med"/>
                      <a:tailEnd type="none" w="med" len="med"/>
                    </a:lnT>
                    <a:lnB w="12700" cap="flat" cmpd="sng" algn="ctr">
                      <a:solidFill>
                        <a:srgbClr val="DDCCEE"/>
                      </a:solidFill>
                      <a:prstDash val="solid"/>
                      <a:round/>
                      <a:headEnd type="none" w="med" len="med"/>
                      <a:tailEnd type="none" w="med" len="med"/>
                    </a:lnB>
                    <a:solidFill>
                      <a:srgbClr val="FFFFFF"/>
                    </a:solidFill>
                  </a:tcPr>
                </a:tc>
              </a:tr>
              <a:tr h="402336">
                <a:tc>
                  <a:txBody>
                    <a:bodyPr/>
                    <a:lstStyle/>
                    <a:p>
                      <a:pPr algn="ctr" indent="0" marL="0">
                        <a:buNone/>
                      </a:pPr>
                      <a:r>
                        <a:rPr lang="en-US" sz="1200" b="1" dirty="0">
                          <a:solidFill>
                            <a:srgbClr val="FFFFFF"/>
                          </a:solidFill>
                        </a:rPr>
                        <a:t>Fault</a:t>
                      </a:r>
                      <a:endParaRPr lang="en-US" sz="1200" dirty="0"/>
                    </a:p>
                  </a:txBody>
                  <a:tcPr marL="91440" marR="91440" marT="45720" marB="45720">
                    <a:lnL w="12700" cap="flat" cmpd="sng" algn="ctr">
                      <a:solidFill>
                        <a:srgbClr val="DDCCEE"/>
                      </a:solidFill>
                      <a:prstDash val="solid"/>
                      <a:round/>
                      <a:headEnd type="none" w="med" len="med"/>
                      <a:tailEnd type="none" w="med" len="med"/>
                    </a:lnL>
                    <a:lnR w="12700" cap="flat" cmpd="sng" algn="ctr">
                      <a:solidFill>
                        <a:srgbClr val="DDCCEE"/>
                      </a:solidFill>
                      <a:prstDash val="solid"/>
                      <a:round/>
                      <a:headEnd type="none" w="med" len="med"/>
                      <a:tailEnd type="none" w="med" len="med"/>
                    </a:lnR>
                    <a:lnT w="12700" cap="flat" cmpd="sng" algn="ctr">
                      <a:solidFill>
                        <a:srgbClr val="DDCCEE"/>
                      </a:solidFill>
                      <a:prstDash val="solid"/>
                      <a:round/>
                      <a:headEnd type="none" w="med" len="med"/>
                      <a:tailEnd type="none" w="med" len="med"/>
                    </a:lnT>
                    <a:lnB w="12700" cap="flat" cmpd="sng" algn="ctr">
                      <a:solidFill>
                        <a:srgbClr val="DDCCEE"/>
                      </a:solidFill>
                      <a:prstDash val="solid"/>
                      <a:round/>
                      <a:headEnd type="none" w="med" len="med"/>
                      <a:tailEnd type="none" w="med" len="med"/>
                    </a:lnB>
                    <a:solidFill>
                      <a:srgbClr val="1A2F45"/>
                    </a:solidFill>
                  </a:tcPr>
                </a:tc>
                <a:tc>
                  <a:txBody>
                    <a:bodyPr/>
                    <a:lstStyle/>
                    <a:p>
                      <a:pPr algn="ctr" indent="0" marL="0">
                        <a:buNone/>
                      </a:pPr>
                      <a:r>
                        <a:rPr lang="en-US" sz="1200" b="1" dirty="0">
                          <a:solidFill>
                            <a:srgbClr val="E63946"/>
                          </a:solidFill>
                        </a:rPr>
                        <a:t>✓</a:t>
                      </a:r>
                      <a:endParaRPr lang="en-US" sz="1200" dirty="0"/>
                    </a:p>
                  </a:txBody>
                  <a:tcPr marL="91440" marR="91440" marT="45720" marB="45720">
                    <a:lnL w="12700" cap="flat" cmpd="sng" algn="ctr">
                      <a:solidFill>
                        <a:srgbClr val="DDCCEE"/>
                      </a:solidFill>
                      <a:prstDash val="solid"/>
                      <a:round/>
                      <a:headEnd type="none" w="med" len="med"/>
                      <a:tailEnd type="none" w="med" len="med"/>
                    </a:lnL>
                    <a:lnR w="12700" cap="flat" cmpd="sng" algn="ctr">
                      <a:solidFill>
                        <a:srgbClr val="DDCCEE"/>
                      </a:solidFill>
                      <a:prstDash val="solid"/>
                      <a:round/>
                      <a:headEnd type="none" w="med" len="med"/>
                      <a:tailEnd type="none" w="med" len="med"/>
                    </a:lnR>
                    <a:lnT w="12700" cap="flat" cmpd="sng" algn="ctr">
                      <a:solidFill>
                        <a:srgbClr val="DDCCEE"/>
                      </a:solidFill>
                      <a:prstDash val="solid"/>
                      <a:round/>
                      <a:headEnd type="none" w="med" len="med"/>
                      <a:tailEnd type="none" w="med" len="med"/>
                    </a:lnT>
                    <a:lnB w="12700" cap="flat" cmpd="sng" algn="ctr">
                      <a:solidFill>
                        <a:srgbClr val="DDCCEE"/>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E63946"/>
                          </a:solidFill>
                        </a:rPr>
                        <a:t>✓</a:t>
                      </a:r>
                      <a:endParaRPr lang="en-US" sz="1200" dirty="0"/>
                    </a:p>
                  </a:txBody>
                  <a:tcPr marL="91440" marR="91440" marT="45720" marB="45720">
                    <a:lnL w="12700" cap="flat" cmpd="sng" algn="ctr">
                      <a:solidFill>
                        <a:srgbClr val="DDCCEE"/>
                      </a:solidFill>
                      <a:prstDash val="solid"/>
                      <a:round/>
                      <a:headEnd type="none" w="med" len="med"/>
                      <a:tailEnd type="none" w="med" len="med"/>
                    </a:lnL>
                    <a:lnR w="12700" cap="flat" cmpd="sng" algn="ctr">
                      <a:solidFill>
                        <a:srgbClr val="DDCCEE"/>
                      </a:solidFill>
                      <a:prstDash val="solid"/>
                      <a:round/>
                      <a:headEnd type="none" w="med" len="med"/>
                      <a:tailEnd type="none" w="med" len="med"/>
                    </a:lnR>
                    <a:lnT w="12700" cap="flat" cmpd="sng" algn="ctr">
                      <a:solidFill>
                        <a:srgbClr val="DDCCEE"/>
                      </a:solidFill>
                      <a:prstDash val="solid"/>
                      <a:round/>
                      <a:headEnd type="none" w="med" len="med"/>
                      <a:tailEnd type="none" w="med" len="med"/>
                    </a:lnT>
                    <a:lnB w="12700" cap="flat" cmpd="sng" algn="ctr">
                      <a:solidFill>
                        <a:srgbClr val="DDCCEE"/>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E63946"/>
                          </a:solidFill>
                        </a:rPr>
                        <a:t>✓</a:t>
                      </a:r>
                      <a:endParaRPr lang="en-US" sz="1200" dirty="0"/>
                    </a:p>
                  </a:txBody>
                  <a:tcPr marL="91440" marR="91440" marT="45720" marB="45720">
                    <a:lnL w="12700" cap="flat" cmpd="sng" algn="ctr">
                      <a:solidFill>
                        <a:srgbClr val="DDCCEE"/>
                      </a:solidFill>
                      <a:prstDash val="solid"/>
                      <a:round/>
                      <a:headEnd type="none" w="med" len="med"/>
                      <a:tailEnd type="none" w="med" len="med"/>
                    </a:lnL>
                    <a:lnR w="12700" cap="flat" cmpd="sng" algn="ctr">
                      <a:solidFill>
                        <a:srgbClr val="DDCCEE"/>
                      </a:solidFill>
                      <a:prstDash val="solid"/>
                      <a:round/>
                      <a:headEnd type="none" w="med" len="med"/>
                      <a:tailEnd type="none" w="med" len="med"/>
                    </a:lnR>
                    <a:lnT w="12700" cap="flat" cmpd="sng" algn="ctr">
                      <a:solidFill>
                        <a:srgbClr val="DDCCEE"/>
                      </a:solidFill>
                      <a:prstDash val="solid"/>
                      <a:round/>
                      <a:headEnd type="none" w="med" len="med"/>
                      <a:tailEnd type="none" w="med" len="med"/>
                    </a:lnT>
                    <a:lnB w="12700" cap="flat" cmpd="sng" algn="ctr">
                      <a:solidFill>
                        <a:srgbClr val="DDCC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DC653"/>
                          </a:solidFill>
                        </a:rPr>
                        <a:t>-</a:t>
                      </a:r>
                      <a:endParaRPr lang="en-US" sz="1200" dirty="0"/>
                    </a:p>
                  </a:txBody>
                  <a:tcPr marL="91440" marR="91440" marT="45720" marB="45720">
                    <a:lnL w="12700" cap="flat" cmpd="sng" algn="ctr">
                      <a:solidFill>
                        <a:srgbClr val="DDCCEE"/>
                      </a:solidFill>
                      <a:prstDash val="solid"/>
                      <a:round/>
                      <a:headEnd type="none" w="med" len="med"/>
                      <a:tailEnd type="none" w="med" len="med"/>
                    </a:lnL>
                    <a:lnR w="12700" cap="flat" cmpd="sng" algn="ctr">
                      <a:solidFill>
                        <a:srgbClr val="DDCCEE"/>
                      </a:solidFill>
                      <a:prstDash val="solid"/>
                      <a:round/>
                      <a:headEnd type="none" w="med" len="med"/>
                      <a:tailEnd type="none" w="med" len="med"/>
                    </a:lnR>
                    <a:lnT w="12700" cap="flat" cmpd="sng" algn="ctr">
                      <a:solidFill>
                        <a:srgbClr val="DDCCEE"/>
                      </a:solidFill>
                      <a:prstDash val="solid"/>
                      <a:round/>
                      <a:headEnd type="none" w="med" len="med"/>
                      <a:tailEnd type="none" w="med" len="med"/>
                    </a:lnT>
                    <a:lnB w="12700" cap="flat" cmpd="sng" algn="ctr">
                      <a:solidFill>
                        <a:srgbClr val="DDCCEE"/>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E63946"/>
                          </a:solidFill>
                        </a:rPr>
                        <a:t>✓</a:t>
                      </a:r>
                      <a:endParaRPr lang="en-US" sz="1200" dirty="0"/>
                    </a:p>
                  </a:txBody>
                  <a:tcPr marL="91440" marR="91440" marT="45720" marB="45720">
                    <a:lnL w="12700" cap="flat" cmpd="sng" algn="ctr">
                      <a:solidFill>
                        <a:srgbClr val="DDCCEE"/>
                      </a:solidFill>
                      <a:prstDash val="solid"/>
                      <a:round/>
                      <a:headEnd type="none" w="med" len="med"/>
                      <a:tailEnd type="none" w="med" len="med"/>
                    </a:lnL>
                    <a:lnR w="12700" cap="flat" cmpd="sng" algn="ctr">
                      <a:solidFill>
                        <a:srgbClr val="DDCCEE"/>
                      </a:solidFill>
                      <a:prstDash val="solid"/>
                      <a:round/>
                      <a:headEnd type="none" w="med" len="med"/>
                      <a:tailEnd type="none" w="med" len="med"/>
                    </a:lnR>
                    <a:lnT w="12700" cap="flat" cmpd="sng" algn="ctr">
                      <a:solidFill>
                        <a:srgbClr val="DDCCEE"/>
                      </a:solidFill>
                      <a:prstDash val="solid"/>
                      <a:round/>
                      <a:headEnd type="none" w="med" len="med"/>
                      <a:tailEnd type="none" w="med" len="med"/>
                    </a:lnT>
                    <a:lnB w="12700" cap="flat" cmpd="sng" algn="ctr">
                      <a:solidFill>
                        <a:srgbClr val="DDCCEE"/>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E63946"/>
                          </a:solidFill>
                        </a:rPr>
                        <a:t>✓</a:t>
                      </a:r>
                      <a:endParaRPr lang="en-US" sz="1200" dirty="0"/>
                    </a:p>
                  </a:txBody>
                  <a:tcPr marL="91440" marR="91440" marT="45720" marB="45720">
                    <a:lnL w="12700" cap="flat" cmpd="sng" algn="ctr">
                      <a:solidFill>
                        <a:srgbClr val="DDCCEE"/>
                      </a:solidFill>
                      <a:prstDash val="solid"/>
                      <a:round/>
                      <a:headEnd type="none" w="med" len="med"/>
                      <a:tailEnd type="none" w="med" len="med"/>
                    </a:lnL>
                    <a:lnR w="12700" cap="flat" cmpd="sng" algn="ctr">
                      <a:solidFill>
                        <a:srgbClr val="DDCCEE"/>
                      </a:solidFill>
                      <a:prstDash val="solid"/>
                      <a:round/>
                      <a:headEnd type="none" w="med" len="med"/>
                      <a:tailEnd type="none" w="med" len="med"/>
                    </a:lnR>
                    <a:lnT w="12700" cap="flat" cmpd="sng" algn="ctr">
                      <a:solidFill>
                        <a:srgbClr val="DDCCEE"/>
                      </a:solidFill>
                      <a:prstDash val="solid"/>
                      <a:round/>
                      <a:headEnd type="none" w="med" len="med"/>
                      <a:tailEnd type="none" w="med" len="med"/>
                    </a:lnT>
                    <a:lnB w="12700" cap="flat" cmpd="sng" algn="ctr">
                      <a:solidFill>
                        <a:srgbClr val="DDCCEE"/>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E63946"/>
                          </a:solidFill>
                        </a:rPr>
                        <a:t>✓</a:t>
                      </a:r>
                      <a:endParaRPr lang="en-US" sz="1200" dirty="0"/>
                    </a:p>
                  </a:txBody>
                  <a:tcPr marL="91440" marR="91440" marT="45720" marB="45720">
                    <a:lnL w="12700" cap="flat" cmpd="sng" algn="ctr">
                      <a:solidFill>
                        <a:srgbClr val="DDCCEE"/>
                      </a:solidFill>
                      <a:prstDash val="solid"/>
                      <a:round/>
                      <a:headEnd type="none" w="med" len="med"/>
                      <a:tailEnd type="none" w="med" len="med"/>
                    </a:lnL>
                    <a:lnR w="12700" cap="flat" cmpd="sng" algn="ctr">
                      <a:solidFill>
                        <a:srgbClr val="DDCCEE"/>
                      </a:solidFill>
                      <a:prstDash val="solid"/>
                      <a:round/>
                      <a:headEnd type="none" w="med" len="med"/>
                      <a:tailEnd type="none" w="med" len="med"/>
                    </a:lnR>
                    <a:lnT w="12700" cap="flat" cmpd="sng" algn="ctr">
                      <a:solidFill>
                        <a:srgbClr val="DDCCEE"/>
                      </a:solidFill>
                      <a:prstDash val="solid"/>
                      <a:round/>
                      <a:headEnd type="none" w="med" len="med"/>
                      <a:tailEnd type="none" w="med" len="med"/>
                    </a:lnT>
                    <a:lnB w="12700" cap="flat" cmpd="sng" algn="ctr">
                      <a:solidFill>
                        <a:srgbClr val="DDCCEE"/>
                      </a:solidFill>
                      <a:prstDash val="solid"/>
                      <a:round/>
                      <a:headEnd type="none" w="med" len="med"/>
                      <a:tailEnd type="none" w="med" len="med"/>
                    </a:lnB>
                    <a:solidFill>
                      <a:srgbClr val="FFFFFF"/>
                    </a:solidFill>
                  </a:tcPr>
                </a:tc>
              </a:tr>
            </a:tbl>
          </a:graphicData>
        </a:graphic>
      </p:graphicFrame>
      <p:sp>
        <p:nvSpPr>
          <p:cNvPr id="6" name="Text 3"/>
          <p:cNvSpPr/>
          <p:nvPr/>
        </p:nvSpPr>
        <p:spPr>
          <a:xfrm>
            <a:off x="365760" y="3429000"/>
            <a:ext cx="8412480" cy="320040"/>
          </a:xfrm>
          <a:prstGeom prst="rect">
            <a:avLst/>
          </a:prstGeom>
          <a:noFill/>
          <a:ln/>
        </p:spPr>
        <p:txBody>
          <a:bodyPr wrap="square" rtlCol="0" anchor="ctr"/>
          <a:lstStyle/>
          <a:p>
            <a:pPr indent="0" marL="0">
              <a:buNone/>
            </a:pPr>
            <a:r>
              <a:rPr lang="en-US" sz="1300" b="1" dirty="0">
                <a:solidFill>
                  <a:srgbClr val="6B48B5"/>
                </a:solidFill>
              </a:rPr>
              <a:t>FIFO Page Faults: 6 out of 7 references</a:t>
            </a:r>
            <a:endParaRPr lang="en-US" sz="1300" dirty="0"/>
          </a:p>
        </p:txBody>
      </p:sp>
      <p:sp>
        <p:nvSpPr>
          <p:cNvPr id="7" name="Text 4"/>
          <p:cNvSpPr/>
          <p:nvPr/>
        </p:nvSpPr>
        <p:spPr>
          <a:xfrm>
            <a:off x="365760" y="3749040"/>
            <a:ext cx="8412480" cy="1097280"/>
          </a:xfrm>
          <a:prstGeom prst="rect">
            <a:avLst/>
          </a:prstGeom>
          <a:noFill/>
          <a:ln/>
        </p:spPr>
        <p:txBody>
          <a:bodyPr wrap="square" rtlCol="0" anchor="ctr"/>
          <a:lstStyle/>
          <a:p>
            <a:pPr indent="0" marL="0">
              <a:lnSpc>
                <a:spcPct val="140000"/>
              </a:lnSpc>
              <a:buNone/>
            </a:pPr>
            <a:r>
              <a:rPr lang="en-US" sz="1150" b="1" dirty="0">
                <a:solidFill>
                  <a:srgbClr val="1A2F45"/>
                </a:solidFill>
              </a:rPr>
              <a:t>How FIFO works: </a:t>
            </a:r>
            <a:pPr indent="0" marL="0">
              <a:lnSpc>
                <a:spcPct val="140000"/>
              </a:lnSpc>
              <a:buNone/>
            </a:pPr>
            <a:r>
              <a:rPr lang="en-US" sz="1150" dirty="0">
                <a:solidFill>
                  <a:srgbClr val="1A2F45"/>
                </a:solidFill>
              </a:rPr>
              <a:t>When a page fault occurs and frames are full, the page that was loaded FIRST (oldest) is replaced.
</a:t>
            </a:r>
            <a:pPr indent="0" marL="0">
              <a:lnSpc>
                <a:spcPct val="140000"/>
              </a:lnSpc>
              <a:buNone/>
            </a:pPr>
            <a:r>
              <a:rPr lang="en-US" sz="1150" b="1" dirty="0">
                <a:solidFill>
                  <a:srgbClr val="1A2F45"/>
                </a:solidFill>
              </a:rPr>
              <a:t>Step-by-step: </a:t>
            </a:r>
            <a:pPr indent="0" marL="0">
              <a:lnSpc>
                <a:spcPct val="140000"/>
              </a:lnSpc>
              <a:buNone/>
            </a:pPr>
            <a:r>
              <a:rPr lang="en-US" sz="1150" dirty="0">
                <a:solidFill>
                  <a:srgbClr val="1A2F45"/>
                </a:solidFill>
              </a:rPr>
              <a:t>Ref 1→fault (load); Ref 2→fault; Ref 3→fault; Ref 2→hit; Ref 4→fault (evict 1); Ref 1→fault (evict 2); Ref 5→fault (evict 3)</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E7D32"/>
          </a:solidFill>
          <a:ln/>
        </p:spPr>
      </p:sp>
      <p:sp>
        <p:nvSpPr>
          <p:cNvPr id="3" name="Text 1"/>
          <p:cNvSpPr/>
          <p:nvPr/>
        </p:nvSpPr>
        <p:spPr>
          <a:xfrm>
            <a:off x="365760" y="0"/>
            <a:ext cx="8412480" cy="914400"/>
          </a:xfrm>
          <a:prstGeom prst="rect">
            <a:avLst/>
          </a:prstGeom>
          <a:noFill/>
          <a:ln/>
        </p:spPr>
        <p:txBody>
          <a:bodyPr wrap="square" rtlCol="0" anchor="ctr"/>
          <a:lstStyle/>
          <a:p>
            <a:pPr indent="0" marL="0">
              <a:buNone/>
            </a:pPr>
            <a:r>
              <a:rPr lang="en-US" sz="2000" b="1" dirty="0">
                <a:solidFill>
                  <a:srgbClr val="FFFFFF"/>
                </a:solidFill>
              </a:rPr>
              <a:t>PART 3  ·  Memory Management — LRU Page Replacement</a:t>
            </a:r>
            <a:endParaRPr lang="en-US" sz="2000" dirty="0"/>
          </a:p>
        </p:txBody>
      </p:sp>
      <p:sp>
        <p:nvSpPr>
          <p:cNvPr id="4" name="Text 2"/>
          <p:cNvSpPr/>
          <p:nvPr/>
        </p:nvSpPr>
        <p:spPr>
          <a:xfrm>
            <a:off x="365760" y="960120"/>
            <a:ext cx="8412480" cy="320040"/>
          </a:xfrm>
          <a:prstGeom prst="rect">
            <a:avLst/>
          </a:prstGeom>
          <a:noFill/>
          <a:ln/>
        </p:spPr>
        <p:txBody>
          <a:bodyPr wrap="square" rtlCol="0" anchor="ctr"/>
          <a:lstStyle/>
          <a:p>
            <a:pPr indent="0" marL="0">
              <a:buNone/>
            </a:pPr>
            <a:r>
              <a:rPr lang="en-US" sz="1300" b="1" dirty="0">
                <a:solidFill>
                  <a:srgbClr val="1A2F45"/>
                </a:solidFill>
              </a:rPr>
              <a:t>Reference String: 1, 2, 3, 2, 4, 1, 5   |   Frames: 3</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1325880"/>
          <a:ext cx="8412480" cy="2011680"/>
        </p:xfrm>
        <a:graphic>
          <a:graphicData uri="http://schemas.openxmlformats.org/drawingml/2006/table">
            <a:tbl>
              <a:tblPr/>
              <a:tblGrid>
                <a:gridCol w="1097280"/>
                <a:gridCol w="1042416"/>
                <a:gridCol w="1042416"/>
                <a:gridCol w="1042416"/>
                <a:gridCol w="1042416"/>
                <a:gridCol w="1042416"/>
                <a:gridCol w="1042416"/>
                <a:gridCol w="1042416"/>
              </a:tblGrid>
              <a:tr h="402336">
                <a:tc>
                  <a:txBody>
                    <a:bodyPr/>
                    <a:lstStyle/>
                    <a:p>
                      <a:pPr algn="ctr" indent="0" marL="0">
                        <a:buNone/>
                      </a:pPr>
                      <a:r>
                        <a:rPr lang="en-US" sz="1200" b="1" dirty="0">
                          <a:solidFill>
                            <a:srgbClr val="FFFFFF"/>
                          </a:solidFill>
                        </a:rPr>
                        <a:t>Ref</a:t>
                      </a:r>
                      <a:endParaRPr lang="en-US" sz="1200" dirty="0"/>
                    </a:p>
                  </a:txBody>
                  <a:tcPr marL="91440" marR="91440" marT="45720" marB="45720">
                    <a:lnL w="12700" cap="flat" cmpd="sng" algn="ctr">
                      <a:solidFill>
                        <a:srgbClr val="CCEECC"/>
                      </a:solidFill>
                      <a:prstDash val="solid"/>
                      <a:round/>
                      <a:headEnd type="none" w="med" len="med"/>
                      <a:tailEnd type="none" w="med" len="med"/>
                    </a:lnL>
                    <a:lnR w="12700" cap="flat" cmpd="sng" algn="ctr">
                      <a:solidFill>
                        <a:srgbClr val="CCEECC"/>
                      </a:solidFill>
                      <a:prstDash val="solid"/>
                      <a:round/>
                      <a:headEnd type="none" w="med" len="med"/>
                      <a:tailEnd type="none" w="med" len="med"/>
                    </a:lnR>
                    <a:lnT w="12700" cap="flat" cmpd="sng" algn="ctr">
                      <a:solidFill>
                        <a:srgbClr val="CCEECC"/>
                      </a:solidFill>
                      <a:prstDash val="solid"/>
                      <a:round/>
                      <a:headEnd type="none" w="med" len="med"/>
                      <a:tailEnd type="none" w="med" len="med"/>
                    </a:lnT>
                    <a:lnB w="12700" cap="flat" cmpd="sng" algn="ctr">
                      <a:solidFill>
                        <a:srgbClr val="CCEECC"/>
                      </a:solidFill>
                      <a:prstDash val="solid"/>
                      <a:round/>
                      <a:headEnd type="none" w="med" len="med"/>
                      <a:tailEnd type="none" w="med" len="med"/>
                    </a:lnB>
                    <a:solidFill>
                      <a:srgbClr val="2E7D32"/>
                    </a:solidFill>
                  </a:tcPr>
                </a:tc>
                <a:tc>
                  <a:txBody>
                    <a:bodyPr/>
                    <a:lstStyle/>
                    <a:p>
                      <a:pPr algn="ctr" indent="0" marL="0">
                        <a:buNone/>
                      </a:pPr>
                      <a:r>
                        <a:rPr lang="en-US" sz="1200" b="1" dirty="0">
                          <a:solidFill>
                            <a:srgbClr val="FFFFFF"/>
                          </a:solidFill>
                        </a:rPr>
                        <a:t>1</a:t>
                      </a:r>
                      <a:endParaRPr lang="en-US" sz="1200" dirty="0"/>
                    </a:p>
                  </a:txBody>
                  <a:tcPr marL="91440" marR="91440" marT="45720" marB="45720">
                    <a:lnL w="12700" cap="flat" cmpd="sng" algn="ctr">
                      <a:solidFill>
                        <a:srgbClr val="CCEECC"/>
                      </a:solidFill>
                      <a:prstDash val="solid"/>
                      <a:round/>
                      <a:headEnd type="none" w="med" len="med"/>
                      <a:tailEnd type="none" w="med" len="med"/>
                    </a:lnL>
                    <a:lnR w="12700" cap="flat" cmpd="sng" algn="ctr">
                      <a:solidFill>
                        <a:srgbClr val="CCEECC"/>
                      </a:solidFill>
                      <a:prstDash val="solid"/>
                      <a:round/>
                      <a:headEnd type="none" w="med" len="med"/>
                      <a:tailEnd type="none" w="med" len="med"/>
                    </a:lnR>
                    <a:lnT w="12700" cap="flat" cmpd="sng" algn="ctr">
                      <a:solidFill>
                        <a:srgbClr val="CCEECC"/>
                      </a:solidFill>
                      <a:prstDash val="solid"/>
                      <a:round/>
                      <a:headEnd type="none" w="med" len="med"/>
                      <a:tailEnd type="none" w="med" len="med"/>
                    </a:lnT>
                    <a:lnB w="12700" cap="flat" cmpd="sng" algn="ctr">
                      <a:solidFill>
                        <a:srgbClr val="CCEECC"/>
                      </a:solidFill>
                      <a:prstDash val="solid"/>
                      <a:round/>
                      <a:headEnd type="none" w="med" len="med"/>
                      <a:tailEnd type="none" w="med" len="med"/>
                    </a:lnB>
                    <a:solidFill>
                      <a:srgbClr val="2E7D32"/>
                    </a:solidFill>
                  </a:tcPr>
                </a:tc>
                <a:tc>
                  <a:txBody>
                    <a:bodyPr/>
                    <a:lstStyle/>
                    <a:p>
                      <a:pPr algn="ctr" indent="0" marL="0">
                        <a:buNone/>
                      </a:pPr>
                      <a:r>
                        <a:rPr lang="en-US" sz="1200" b="1" dirty="0">
                          <a:solidFill>
                            <a:srgbClr val="FFFFFF"/>
                          </a:solidFill>
                        </a:rPr>
                        <a:t>2</a:t>
                      </a:r>
                      <a:endParaRPr lang="en-US" sz="1200" dirty="0"/>
                    </a:p>
                  </a:txBody>
                  <a:tcPr marL="91440" marR="91440" marT="45720" marB="45720">
                    <a:lnL w="12700" cap="flat" cmpd="sng" algn="ctr">
                      <a:solidFill>
                        <a:srgbClr val="CCEECC"/>
                      </a:solidFill>
                      <a:prstDash val="solid"/>
                      <a:round/>
                      <a:headEnd type="none" w="med" len="med"/>
                      <a:tailEnd type="none" w="med" len="med"/>
                    </a:lnL>
                    <a:lnR w="12700" cap="flat" cmpd="sng" algn="ctr">
                      <a:solidFill>
                        <a:srgbClr val="CCEECC"/>
                      </a:solidFill>
                      <a:prstDash val="solid"/>
                      <a:round/>
                      <a:headEnd type="none" w="med" len="med"/>
                      <a:tailEnd type="none" w="med" len="med"/>
                    </a:lnR>
                    <a:lnT w="12700" cap="flat" cmpd="sng" algn="ctr">
                      <a:solidFill>
                        <a:srgbClr val="CCEECC"/>
                      </a:solidFill>
                      <a:prstDash val="solid"/>
                      <a:round/>
                      <a:headEnd type="none" w="med" len="med"/>
                      <a:tailEnd type="none" w="med" len="med"/>
                    </a:lnT>
                    <a:lnB w="12700" cap="flat" cmpd="sng" algn="ctr">
                      <a:solidFill>
                        <a:srgbClr val="CCEECC"/>
                      </a:solidFill>
                      <a:prstDash val="solid"/>
                      <a:round/>
                      <a:headEnd type="none" w="med" len="med"/>
                      <a:tailEnd type="none" w="med" len="med"/>
                    </a:lnB>
                    <a:solidFill>
                      <a:srgbClr val="2E7D32"/>
                    </a:solidFill>
                  </a:tcPr>
                </a:tc>
                <a:tc>
                  <a:txBody>
                    <a:bodyPr/>
                    <a:lstStyle/>
                    <a:p>
                      <a:pPr algn="ctr" indent="0" marL="0">
                        <a:buNone/>
                      </a:pPr>
                      <a:r>
                        <a:rPr lang="en-US" sz="1200" b="1" dirty="0">
                          <a:solidFill>
                            <a:srgbClr val="FFFFFF"/>
                          </a:solidFill>
                        </a:rPr>
                        <a:t>3</a:t>
                      </a:r>
                      <a:endParaRPr lang="en-US" sz="1200" dirty="0"/>
                    </a:p>
                  </a:txBody>
                  <a:tcPr marL="91440" marR="91440" marT="45720" marB="45720">
                    <a:lnL w="12700" cap="flat" cmpd="sng" algn="ctr">
                      <a:solidFill>
                        <a:srgbClr val="CCEECC"/>
                      </a:solidFill>
                      <a:prstDash val="solid"/>
                      <a:round/>
                      <a:headEnd type="none" w="med" len="med"/>
                      <a:tailEnd type="none" w="med" len="med"/>
                    </a:lnL>
                    <a:lnR w="12700" cap="flat" cmpd="sng" algn="ctr">
                      <a:solidFill>
                        <a:srgbClr val="CCEECC"/>
                      </a:solidFill>
                      <a:prstDash val="solid"/>
                      <a:round/>
                      <a:headEnd type="none" w="med" len="med"/>
                      <a:tailEnd type="none" w="med" len="med"/>
                    </a:lnR>
                    <a:lnT w="12700" cap="flat" cmpd="sng" algn="ctr">
                      <a:solidFill>
                        <a:srgbClr val="CCEECC"/>
                      </a:solidFill>
                      <a:prstDash val="solid"/>
                      <a:round/>
                      <a:headEnd type="none" w="med" len="med"/>
                      <a:tailEnd type="none" w="med" len="med"/>
                    </a:lnT>
                    <a:lnB w="12700" cap="flat" cmpd="sng" algn="ctr">
                      <a:solidFill>
                        <a:srgbClr val="CCEECC"/>
                      </a:solidFill>
                      <a:prstDash val="solid"/>
                      <a:round/>
                      <a:headEnd type="none" w="med" len="med"/>
                      <a:tailEnd type="none" w="med" len="med"/>
                    </a:lnB>
                    <a:solidFill>
                      <a:srgbClr val="2E7D32"/>
                    </a:solidFill>
                  </a:tcPr>
                </a:tc>
                <a:tc>
                  <a:txBody>
                    <a:bodyPr/>
                    <a:lstStyle/>
                    <a:p>
                      <a:pPr algn="ctr" indent="0" marL="0">
                        <a:buNone/>
                      </a:pPr>
                      <a:r>
                        <a:rPr lang="en-US" sz="1200" b="1" dirty="0">
                          <a:solidFill>
                            <a:srgbClr val="FFFFFF"/>
                          </a:solidFill>
                        </a:rPr>
                        <a:t>2</a:t>
                      </a:r>
                      <a:endParaRPr lang="en-US" sz="1200" dirty="0"/>
                    </a:p>
                  </a:txBody>
                  <a:tcPr marL="91440" marR="91440" marT="45720" marB="45720">
                    <a:lnL w="12700" cap="flat" cmpd="sng" algn="ctr">
                      <a:solidFill>
                        <a:srgbClr val="CCEECC"/>
                      </a:solidFill>
                      <a:prstDash val="solid"/>
                      <a:round/>
                      <a:headEnd type="none" w="med" len="med"/>
                      <a:tailEnd type="none" w="med" len="med"/>
                    </a:lnL>
                    <a:lnR w="12700" cap="flat" cmpd="sng" algn="ctr">
                      <a:solidFill>
                        <a:srgbClr val="CCEECC"/>
                      </a:solidFill>
                      <a:prstDash val="solid"/>
                      <a:round/>
                      <a:headEnd type="none" w="med" len="med"/>
                      <a:tailEnd type="none" w="med" len="med"/>
                    </a:lnR>
                    <a:lnT w="12700" cap="flat" cmpd="sng" algn="ctr">
                      <a:solidFill>
                        <a:srgbClr val="CCEECC"/>
                      </a:solidFill>
                      <a:prstDash val="solid"/>
                      <a:round/>
                      <a:headEnd type="none" w="med" len="med"/>
                      <a:tailEnd type="none" w="med" len="med"/>
                    </a:lnT>
                    <a:lnB w="12700" cap="flat" cmpd="sng" algn="ctr">
                      <a:solidFill>
                        <a:srgbClr val="CCEECC"/>
                      </a:solidFill>
                      <a:prstDash val="solid"/>
                      <a:round/>
                      <a:headEnd type="none" w="med" len="med"/>
                      <a:tailEnd type="none" w="med" len="med"/>
                    </a:lnB>
                    <a:solidFill>
                      <a:srgbClr val="2E7D32"/>
                    </a:solidFill>
                  </a:tcPr>
                </a:tc>
                <a:tc>
                  <a:txBody>
                    <a:bodyPr/>
                    <a:lstStyle/>
                    <a:p>
                      <a:pPr algn="ctr" indent="0" marL="0">
                        <a:buNone/>
                      </a:pPr>
                      <a:r>
                        <a:rPr lang="en-US" sz="1200" b="1" dirty="0">
                          <a:solidFill>
                            <a:srgbClr val="FFFFFF"/>
                          </a:solidFill>
                        </a:rPr>
                        <a:t>4</a:t>
                      </a:r>
                      <a:endParaRPr lang="en-US" sz="1200" dirty="0"/>
                    </a:p>
                  </a:txBody>
                  <a:tcPr marL="91440" marR="91440" marT="45720" marB="45720">
                    <a:lnL w="12700" cap="flat" cmpd="sng" algn="ctr">
                      <a:solidFill>
                        <a:srgbClr val="CCEECC"/>
                      </a:solidFill>
                      <a:prstDash val="solid"/>
                      <a:round/>
                      <a:headEnd type="none" w="med" len="med"/>
                      <a:tailEnd type="none" w="med" len="med"/>
                    </a:lnL>
                    <a:lnR w="12700" cap="flat" cmpd="sng" algn="ctr">
                      <a:solidFill>
                        <a:srgbClr val="CCEECC"/>
                      </a:solidFill>
                      <a:prstDash val="solid"/>
                      <a:round/>
                      <a:headEnd type="none" w="med" len="med"/>
                      <a:tailEnd type="none" w="med" len="med"/>
                    </a:lnR>
                    <a:lnT w="12700" cap="flat" cmpd="sng" algn="ctr">
                      <a:solidFill>
                        <a:srgbClr val="CCEECC"/>
                      </a:solidFill>
                      <a:prstDash val="solid"/>
                      <a:round/>
                      <a:headEnd type="none" w="med" len="med"/>
                      <a:tailEnd type="none" w="med" len="med"/>
                    </a:lnT>
                    <a:lnB w="12700" cap="flat" cmpd="sng" algn="ctr">
                      <a:solidFill>
                        <a:srgbClr val="CCEECC"/>
                      </a:solidFill>
                      <a:prstDash val="solid"/>
                      <a:round/>
                      <a:headEnd type="none" w="med" len="med"/>
                      <a:tailEnd type="none" w="med" len="med"/>
                    </a:lnB>
                    <a:solidFill>
                      <a:srgbClr val="2E7D32"/>
                    </a:solidFill>
                  </a:tcPr>
                </a:tc>
                <a:tc>
                  <a:txBody>
                    <a:bodyPr/>
                    <a:lstStyle/>
                    <a:p>
                      <a:pPr algn="ctr" indent="0" marL="0">
                        <a:buNone/>
                      </a:pPr>
                      <a:r>
                        <a:rPr lang="en-US" sz="1200" b="1" dirty="0">
                          <a:solidFill>
                            <a:srgbClr val="FFFFFF"/>
                          </a:solidFill>
                        </a:rPr>
                        <a:t>1</a:t>
                      </a:r>
                      <a:endParaRPr lang="en-US" sz="1200" dirty="0"/>
                    </a:p>
                  </a:txBody>
                  <a:tcPr marL="91440" marR="91440" marT="45720" marB="45720">
                    <a:lnL w="12700" cap="flat" cmpd="sng" algn="ctr">
                      <a:solidFill>
                        <a:srgbClr val="CCEECC"/>
                      </a:solidFill>
                      <a:prstDash val="solid"/>
                      <a:round/>
                      <a:headEnd type="none" w="med" len="med"/>
                      <a:tailEnd type="none" w="med" len="med"/>
                    </a:lnL>
                    <a:lnR w="12700" cap="flat" cmpd="sng" algn="ctr">
                      <a:solidFill>
                        <a:srgbClr val="CCEECC"/>
                      </a:solidFill>
                      <a:prstDash val="solid"/>
                      <a:round/>
                      <a:headEnd type="none" w="med" len="med"/>
                      <a:tailEnd type="none" w="med" len="med"/>
                    </a:lnR>
                    <a:lnT w="12700" cap="flat" cmpd="sng" algn="ctr">
                      <a:solidFill>
                        <a:srgbClr val="CCEECC"/>
                      </a:solidFill>
                      <a:prstDash val="solid"/>
                      <a:round/>
                      <a:headEnd type="none" w="med" len="med"/>
                      <a:tailEnd type="none" w="med" len="med"/>
                    </a:lnT>
                    <a:lnB w="12700" cap="flat" cmpd="sng" algn="ctr">
                      <a:solidFill>
                        <a:srgbClr val="CCEECC"/>
                      </a:solidFill>
                      <a:prstDash val="solid"/>
                      <a:round/>
                      <a:headEnd type="none" w="med" len="med"/>
                      <a:tailEnd type="none" w="med" len="med"/>
                    </a:lnB>
                    <a:solidFill>
                      <a:srgbClr val="2E7D32"/>
                    </a:solidFill>
                  </a:tcPr>
                </a:tc>
                <a:tc>
                  <a:txBody>
                    <a:bodyPr/>
                    <a:lstStyle/>
                    <a:p>
                      <a:pPr algn="ctr" indent="0" marL="0">
                        <a:buNone/>
                      </a:pPr>
                      <a:r>
                        <a:rPr lang="en-US" sz="1200" b="1" dirty="0">
                          <a:solidFill>
                            <a:srgbClr val="FFFFFF"/>
                          </a:solidFill>
                        </a:rPr>
                        <a:t>5</a:t>
                      </a:r>
                      <a:endParaRPr lang="en-US" sz="1200" dirty="0"/>
                    </a:p>
                  </a:txBody>
                  <a:tcPr marL="91440" marR="91440" marT="45720" marB="45720">
                    <a:lnL w="12700" cap="flat" cmpd="sng" algn="ctr">
                      <a:solidFill>
                        <a:srgbClr val="CCEECC"/>
                      </a:solidFill>
                      <a:prstDash val="solid"/>
                      <a:round/>
                      <a:headEnd type="none" w="med" len="med"/>
                      <a:tailEnd type="none" w="med" len="med"/>
                    </a:lnL>
                    <a:lnR w="12700" cap="flat" cmpd="sng" algn="ctr">
                      <a:solidFill>
                        <a:srgbClr val="CCEECC"/>
                      </a:solidFill>
                      <a:prstDash val="solid"/>
                      <a:round/>
                      <a:headEnd type="none" w="med" len="med"/>
                      <a:tailEnd type="none" w="med" len="med"/>
                    </a:lnR>
                    <a:lnT w="12700" cap="flat" cmpd="sng" algn="ctr">
                      <a:solidFill>
                        <a:srgbClr val="CCEECC"/>
                      </a:solidFill>
                      <a:prstDash val="solid"/>
                      <a:round/>
                      <a:headEnd type="none" w="med" len="med"/>
                      <a:tailEnd type="none" w="med" len="med"/>
                    </a:lnT>
                    <a:lnB w="12700" cap="flat" cmpd="sng" algn="ctr">
                      <a:solidFill>
                        <a:srgbClr val="CCEECC"/>
                      </a:solidFill>
                      <a:prstDash val="solid"/>
                      <a:round/>
                      <a:headEnd type="none" w="med" len="med"/>
                      <a:tailEnd type="none" w="med" len="med"/>
                    </a:lnB>
                    <a:solidFill>
                      <a:srgbClr val="2E7D32"/>
                    </a:solidFill>
                  </a:tcPr>
                </a:tc>
              </a:tr>
              <a:tr h="402336">
                <a:tc>
                  <a:txBody>
                    <a:bodyPr/>
                    <a:lstStyle/>
                    <a:p>
                      <a:pPr algn="ctr" indent="0" marL="0">
                        <a:buNone/>
                      </a:pPr>
                      <a:r>
                        <a:rPr lang="en-US" sz="1200" b="1" dirty="0">
                          <a:solidFill>
                            <a:srgbClr val="FFFFFF"/>
                          </a:solidFill>
                        </a:rPr>
                        <a:t>F1</a:t>
                      </a:r>
                      <a:endParaRPr lang="en-US" sz="1200" dirty="0"/>
                    </a:p>
                  </a:txBody>
                  <a:tcPr marL="91440" marR="91440" marT="45720" marB="45720">
                    <a:lnL w="12700" cap="flat" cmpd="sng" algn="ctr">
                      <a:solidFill>
                        <a:srgbClr val="CCEECC"/>
                      </a:solidFill>
                      <a:prstDash val="solid"/>
                      <a:round/>
                      <a:headEnd type="none" w="med" len="med"/>
                      <a:tailEnd type="none" w="med" len="med"/>
                    </a:lnL>
                    <a:lnR w="12700" cap="flat" cmpd="sng" algn="ctr">
                      <a:solidFill>
                        <a:srgbClr val="CCEECC"/>
                      </a:solidFill>
                      <a:prstDash val="solid"/>
                      <a:round/>
                      <a:headEnd type="none" w="med" len="med"/>
                      <a:tailEnd type="none" w="med" len="med"/>
                    </a:lnR>
                    <a:lnT w="12700" cap="flat" cmpd="sng" algn="ctr">
                      <a:solidFill>
                        <a:srgbClr val="CCEECC"/>
                      </a:solidFill>
                      <a:prstDash val="solid"/>
                      <a:round/>
                      <a:headEnd type="none" w="med" len="med"/>
                      <a:tailEnd type="none" w="med" len="med"/>
                    </a:lnT>
                    <a:lnB w="12700" cap="flat" cmpd="sng" algn="ctr">
                      <a:solidFill>
                        <a:srgbClr val="CCEECC"/>
                      </a:solidFill>
                      <a:prstDash val="solid"/>
                      <a:round/>
                      <a:headEnd type="none" w="med" len="med"/>
                      <a:tailEnd type="none" w="med" len="med"/>
                    </a:lnB>
                    <a:solidFill>
                      <a:srgbClr val="1A2F45"/>
                    </a:solidFill>
                  </a:tcPr>
                </a:tc>
                <a:tc>
                  <a:txBody>
                    <a:bodyPr/>
                    <a:lstStyle/>
                    <a:p>
                      <a:pPr algn="ctr" indent="0" marL="0">
                        <a:buNone/>
                      </a:pPr>
                      <a:r>
                        <a:rPr lang="en-US" sz="1200" dirty="0">
                          <a:solidFill>
                            <a:srgbClr val="000000"/>
                          </a:solidFill>
                        </a:rPr>
                        <a:t>1</a:t>
                      </a:r>
                      <a:endParaRPr lang="en-US" sz="1200" dirty="0"/>
                    </a:p>
                  </a:txBody>
                  <a:tcPr marL="91440" marR="91440" marT="45720" marB="45720">
                    <a:lnL w="12700" cap="flat" cmpd="sng" algn="ctr">
                      <a:solidFill>
                        <a:srgbClr val="CCEECC"/>
                      </a:solidFill>
                      <a:prstDash val="solid"/>
                      <a:round/>
                      <a:headEnd type="none" w="med" len="med"/>
                      <a:tailEnd type="none" w="med" len="med"/>
                    </a:lnL>
                    <a:lnR w="12700" cap="flat" cmpd="sng" algn="ctr">
                      <a:solidFill>
                        <a:srgbClr val="CCEECC"/>
                      </a:solidFill>
                      <a:prstDash val="solid"/>
                      <a:round/>
                      <a:headEnd type="none" w="med" len="med"/>
                      <a:tailEnd type="none" w="med" len="med"/>
                    </a:lnR>
                    <a:lnT w="12700" cap="flat" cmpd="sng" algn="ctr">
                      <a:solidFill>
                        <a:srgbClr val="CCEECC"/>
                      </a:solidFill>
                      <a:prstDash val="solid"/>
                      <a:round/>
                      <a:headEnd type="none" w="med" len="med"/>
                      <a:tailEnd type="none" w="med" len="med"/>
                    </a:lnT>
                    <a:lnB w="12700" cap="flat" cmpd="sng" algn="ctr">
                      <a:solidFill>
                        <a:srgbClr val="CCEE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1</a:t>
                      </a:r>
                      <a:endParaRPr lang="en-US" sz="1200" dirty="0"/>
                    </a:p>
                  </a:txBody>
                  <a:tcPr marL="91440" marR="91440" marT="45720" marB="45720">
                    <a:lnL w="12700" cap="flat" cmpd="sng" algn="ctr">
                      <a:solidFill>
                        <a:srgbClr val="CCEECC"/>
                      </a:solidFill>
                      <a:prstDash val="solid"/>
                      <a:round/>
                      <a:headEnd type="none" w="med" len="med"/>
                      <a:tailEnd type="none" w="med" len="med"/>
                    </a:lnL>
                    <a:lnR w="12700" cap="flat" cmpd="sng" algn="ctr">
                      <a:solidFill>
                        <a:srgbClr val="CCEECC"/>
                      </a:solidFill>
                      <a:prstDash val="solid"/>
                      <a:round/>
                      <a:headEnd type="none" w="med" len="med"/>
                      <a:tailEnd type="none" w="med" len="med"/>
                    </a:lnR>
                    <a:lnT w="12700" cap="flat" cmpd="sng" algn="ctr">
                      <a:solidFill>
                        <a:srgbClr val="CCEECC"/>
                      </a:solidFill>
                      <a:prstDash val="solid"/>
                      <a:round/>
                      <a:headEnd type="none" w="med" len="med"/>
                      <a:tailEnd type="none" w="med" len="med"/>
                    </a:lnT>
                    <a:lnB w="12700" cap="flat" cmpd="sng" algn="ctr">
                      <a:solidFill>
                        <a:srgbClr val="CCEE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1</a:t>
                      </a:r>
                      <a:endParaRPr lang="en-US" sz="1200" dirty="0"/>
                    </a:p>
                  </a:txBody>
                  <a:tcPr marL="91440" marR="91440" marT="45720" marB="45720">
                    <a:lnL w="12700" cap="flat" cmpd="sng" algn="ctr">
                      <a:solidFill>
                        <a:srgbClr val="CCEECC"/>
                      </a:solidFill>
                      <a:prstDash val="solid"/>
                      <a:round/>
                      <a:headEnd type="none" w="med" len="med"/>
                      <a:tailEnd type="none" w="med" len="med"/>
                    </a:lnL>
                    <a:lnR w="12700" cap="flat" cmpd="sng" algn="ctr">
                      <a:solidFill>
                        <a:srgbClr val="CCEECC"/>
                      </a:solidFill>
                      <a:prstDash val="solid"/>
                      <a:round/>
                      <a:headEnd type="none" w="med" len="med"/>
                      <a:tailEnd type="none" w="med" len="med"/>
                    </a:lnR>
                    <a:lnT w="12700" cap="flat" cmpd="sng" algn="ctr">
                      <a:solidFill>
                        <a:srgbClr val="CCEECC"/>
                      </a:solidFill>
                      <a:prstDash val="solid"/>
                      <a:round/>
                      <a:headEnd type="none" w="med" len="med"/>
                      <a:tailEnd type="none" w="med" len="med"/>
                    </a:lnT>
                    <a:lnB w="12700" cap="flat" cmpd="sng" algn="ctr">
                      <a:solidFill>
                        <a:srgbClr val="CCEE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1</a:t>
                      </a:r>
                      <a:endParaRPr lang="en-US" sz="1200" dirty="0"/>
                    </a:p>
                  </a:txBody>
                  <a:tcPr marL="91440" marR="91440" marT="45720" marB="45720">
                    <a:lnL w="12700" cap="flat" cmpd="sng" algn="ctr">
                      <a:solidFill>
                        <a:srgbClr val="CCEECC"/>
                      </a:solidFill>
                      <a:prstDash val="solid"/>
                      <a:round/>
                      <a:headEnd type="none" w="med" len="med"/>
                      <a:tailEnd type="none" w="med" len="med"/>
                    </a:lnL>
                    <a:lnR w="12700" cap="flat" cmpd="sng" algn="ctr">
                      <a:solidFill>
                        <a:srgbClr val="CCEECC"/>
                      </a:solidFill>
                      <a:prstDash val="solid"/>
                      <a:round/>
                      <a:headEnd type="none" w="med" len="med"/>
                      <a:tailEnd type="none" w="med" len="med"/>
                    </a:lnR>
                    <a:lnT w="12700" cap="flat" cmpd="sng" algn="ctr">
                      <a:solidFill>
                        <a:srgbClr val="CCEECC"/>
                      </a:solidFill>
                      <a:prstDash val="solid"/>
                      <a:round/>
                      <a:headEnd type="none" w="med" len="med"/>
                      <a:tailEnd type="none" w="med" len="med"/>
                    </a:lnT>
                    <a:lnB w="12700" cap="flat" cmpd="sng" algn="ctr">
                      <a:solidFill>
                        <a:srgbClr val="CCEEC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E7D32"/>
                          </a:solidFill>
                        </a:rPr>
                        <a:t>4</a:t>
                      </a:r>
                      <a:endParaRPr lang="en-US" sz="1200" dirty="0"/>
                    </a:p>
                  </a:txBody>
                  <a:tcPr marL="91440" marR="91440" marT="45720" marB="45720">
                    <a:lnL w="12700" cap="flat" cmpd="sng" algn="ctr">
                      <a:solidFill>
                        <a:srgbClr val="CCEECC"/>
                      </a:solidFill>
                      <a:prstDash val="solid"/>
                      <a:round/>
                      <a:headEnd type="none" w="med" len="med"/>
                      <a:tailEnd type="none" w="med" len="med"/>
                    </a:lnL>
                    <a:lnR w="12700" cap="flat" cmpd="sng" algn="ctr">
                      <a:solidFill>
                        <a:srgbClr val="CCEECC"/>
                      </a:solidFill>
                      <a:prstDash val="solid"/>
                      <a:round/>
                      <a:headEnd type="none" w="med" len="med"/>
                      <a:tailEnd type="none" w="med" len="med"/>
                    </a:lnR>
                    <a:lnT w="12700" cap="flat" cmpd="sng" algn="ctr">
                      <a:solidFill>
                        <a:srgbClr val="CCEECC"/>
                      </a:solidFill>
                      <a:prstDash val="solid"/>
                      <a:round/>
                      <a:headEnd type="none" w="med" len="med"/>
                      <a:tailEnd type="none" w="med" len="med"/>
                    </a:lnT>
                    <a:lnB w="12700" cap="flat" cmpd="sng" algn="ctr">
                      <a:solidFill>
                        <a:srgbClr val="CCEE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4</a:t>
                      </a:r>
                      <a:endParaRPr lang="en-US" sz="1200" dirty="0"/>
                    </a:p>
                  </a:txBody>
                  <a:tcPr marL="91440" marR="91440" marT="45720" marB="45720">
                    <a:lnL w="12700" cap="flat" cmpd="sng" algn="ctr">
                      <a:solidFill>
                        <a:srgbClr val="CCEECC"/>
                      </a:solidFill>
                      <a:prstDash val="solid"/>
                      <a:round/>
                      <a:headEnd type="none" w="med" len="med"/>
                      <a:tailEnd type="none" w="med" len="med"/>
                    </a:lnL>
                    <a:lnR w="12700" cap="flat" cmpd="sng" algn="ctr">
                      <a:solidFill>
                        <a:srgbClr val="CCEECC"/>
                      </a:solidFill>
                      <a:prstDash val="solid"/>
                      <a:round/>
                      <a:headEnd type="none" w="med" len="med"/>
                      <a:tailEnd type="none" w="med" len="med"/>
                    </a:lnR>
                    <a:lnT w="12700" cap="flat" cmpd="sng" algn="ctr">
                      <a:solidFill>
                        <a:srgbClr val="CCEECC"/>
                      </a:solidFill>
                      <a:prstDash val="solid"/>
                      <a:round/>
                      <a:headEnd type="none" w="med" len="med"/>
                      <a:tailEnd type="none" w="med" len="med"/>
                    </a:lnT>
                    <a:lnB w="12700" cap="flat" cmpd="sng" algn="ctr">
                      <a:solidFill>
                        <a:srgbClr val="CCEEC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E7D32"/>
                          </a:solidFill>
                        </a:rPr>
                        <a:t>5</a:t>
                      </a:r>
                      <a:endParaRPr lang="en-US" sz="1200" dirty="0"/>
                    </a:p>
                  </a:txBody>
                  <a:tcPr marL="91440" marR="91440" marT="45720" marB="45720">
                    <a:lnL w="12700" cap="flat" cmpd="sng" algn="ctr">
                      <a:solidFill>
                        <a:srgbClr val="CCEECC"/>
                      </a:solidFill>
                      <a:prstDash val="solid"/>
                      <a:round/>
                      <a:headEnd type="none" w="med" len="med"/>
                      <a:tailEnd type="none" w="med" len="med"/>
                    </a:lnL>
                    <a:lnR w="12700" cap="flat" cmpd="sng" algn="ctr">
                      <a:solidFill>
                        <a:srgbClr val="CCEECC"/>
                      </a:solidFill>
                      <a:prstDash val="solid"/>
                      <a:round/>
                      <a:headEnd type="none" w="med" len="med"/>
                      <a:tailEnd type="none" w="med" len="med"/>
                    </a:lnR>
                    <a:lnT w="12700" cap="flat" cmpd="sng" algn="ctr">
                      <a:solidFill>
                        <a:srgbClr val="CCEECC"/>
                      </a:solidFill>
                      <a:prstDash val="solid"/>
                      <a:round/>
                      <a:headEnd type="none" w="med" len="med"/>
                      <a:tailEnd type="none" w="med" len="med"/>
                    </a:lnT>
                    <a:lnB w="12700" cap="flat" cmpd="sng" algn="ctr">
                      <a:solidFill>
                        <a:srgbClr val="CCEECC"/>
                      </a:solidFill>
                      <a:prstDash val="solid"/>
                      <a:round/>
                      <a:headEnd type="none" w="med" len="med"/>
                      <a:tailEnd type="none" w="med" len="med"/>
                    </a:lnB>
                    <a:solidFill>
                      <a:srgbClr val="FFFFFF"/>
                    </a:solidFill>
                  </a:tcPr>
                </a:tc>
              </a:tr>
              <a:tr h="402336">
                <a:tc>
                  <a:txBody>
                    <a:bodyPr/>
                    <a:lstStyle/>
                    <a:p>
                      <a:pPr algn="ctr" indent="0" marL="0">
                        <a:buNone/>
                      </a:pPr>
                      <a:r>
                        <a:rPr lang="en-US" sz="1200" b="1" dirty="0">
                          <a:solidFill>
                            <a:srgbClr val="FFFFFF"/>
                          </a:solidFill>
                        </a:rPr>
                        <a:t>F2</a:t>
                      </a:r>
                      <a:endParaRPr lang="en-US" sz="1200" dirty="0"/>
                    </a:p>
                  </a:txBody>
                  <a:tcPr marL="91440" marR="91440" marT="45720" marB="45720">
                    <a:lnL w="12700" cap="flat" cmpd="sng" algn="ctr">
                      <a:solidFill>
                        <a:srgbClr val="CCEECC"/>
                      </a:solidFill>
                      <a:prstDash val="solid"/>
                      <a:round/>
                      <a:headEnd type="none" w="med" len="med"/>
                      <a:tailEnd type="none" w="med" len="med"/>
                    </a:lnL>
                    <a:lnR w="12700" cap="flat" cmpd="sng" algn="ctr">
                      <a:solidFill>
                        <a:srgbClr val="CCEECC"/>
                      </a:solidFill>
                      <a:prstDash val="solid"/>
                      <a:round/>
                      <a:headEnd type="none" w="med" len="med"/>
                      <a:tailEnd type="none" w="med" len="med"/>
                    </a:lnR>
                    <a:lnT w="12700" cap="flat" cmpd="sng" algn="ctr">
                      <a:solidFill>
                        <a:srgbClr val="CCEECC"/>
                      </a:solidFill>
                      <a:prstDash val="solid"/>
                      <a:round/>
                      <a:headEnd type="none" w="med" len="med"/>
                      <a:tailEnd type="none" w="med" len="med"/>
                    </a:lnT>
                    <a:lnB w="12700" cap="flat" cmpd="sng" algn="ctr">
                      <a:solidFill>
                        <a:srgbClr val="CCEECC"/>
                      </a:solidFill>
                      <a:prstDash val="solid"/>
                      <a:round/>
                      <a:headEnd type="none" w="med" len="med"/>
                      <a:tailEnd type="none" w="med" len="med"/>
                    </a:lnB>
                    <a:solidFill>
                      <a:srgbClr val="1A2F45"/>
                    </a:solidFill>
                  </a:tcPr>
                </a:tc>
                <a:tc>
                  <a:txBody>
                    <a:bodyPr/>
                    <a:lstStyle/>
                    <a:p>
                      <a:pPr algn="ctr" indent="0" marL="0">
                        <a:buNone/>
                      </a:pPr>
                      <a:r>
                        <a:rPr lang="en-US" sz="1200" dirty="0">
                          <a:solidFill>
                            <a:srgbClr val="8DA2B5"/>
                          </a:solidFill>
                        </a:rPr>
                        <a:t>-</a:t>
                      </a:r>
                      <a:endParaRPr lang="en-US" sz="1200" dirty="0"/>
                    </a:p>
                  </a:txBody>
                  <a:tcPr marL="91440" marR="91440" marT="45720" marB="45720">
                    <a:lnL w="12700" cap="flat" cmpd="sng" algn="ctr">
                      <a:solidFill>
                        <a:srgbClr val="CCEECC"/>
                      </a:solidFill>
                      <a:prstDash val="solid"/>
                      <a:round/>
                      <a:headEnd type="none" w="med" len="med"/>
                      <a:tailEnd type="none" w="med" len="med"/>
                    </a:lnL>
                    <a:lnR w="12700" cap="flat" cmpd="sng" algn="ctr">
                      <a:solidFill>
                        <a:srgbClr val="CCEECC"/>
                      </a:solidFill>
                      <a:prstDash val="solid"/>
                      <a:round/>
                      <a:headEnd type="none" w="med" len="med"/>
                      <a:tailEnd type="none" w="med" len="med"/>
                    </a:lnR>
                    <a:lnT w="12700" cap="flat" cmpd="sng" algn="ctr">
                      <a:solidFill>
                        <a:srgbClr val="CCEECC"/>
                      </a:solidFill>
                      <a:prstDash val="solid"/>
                      <a:round/>
                      <a:headEnd type="none" w="med" len="med"/>
                      <a:tailEnd type="none" w="med" len="med"/>
                    </a:lnT>
                    <a:lnB w="12700" cap="flat" cmpd="sng" algn="ctr">
                      <a:solidFill>
                        <a:srgbClr val="CCEE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2</a:t>
                      </a:r>
                      <a:endParaRPr lang="en-US" sz="1200" dirty="0"/>
                    </a:p>
                  </a:txBody>
                  <a:tcPr marL="91440" marR="91440" marT="45720" marB="45720">
                    <a:lnL w="12700" cap="flat" cmpd="sng" algn="ctr">
                      <a:solidFill>
                        <a:srgbClr val="CCEECC"/>
                      </a:solidFill>
                      <a:prstDash val="solid"/>
                      <a:round/>
                      <a:headEnd type="none" w="med" len="med"/>
                      <a:tailEnd type="none" w="med" len="med"/>
                    </a:lnL>
                    <a:lnR w="12700" cap="flat" cmpd="sng" algn="ctr">
                      <a:solidFill>
                        <a:srgbClr val="CCEECC"/>
                      </a:solidFill>
                      <a:prstDash val="solid"/>
                      <a:round/>
                      <a:headEnd type="none" w="med" len="med"/>
                      <a:tailEnd type="none" w="med" len="med"/>
                    </a:lnR>
                    <a:lnT w="12700" cap="flat" cmpd="sng" algn="ctr">
                      <a:solidFill>
                        <a:srgbClr val="CCEECC"/>
                      </a:solidFill>
                      <a:prstDash val="solid"/>
                      <a:round/>
                      <a:headEnd type="none" w="med" len="med"/>
                      <a:tailEnd type="none" w="med" len="med"/>
                    </a:lnT>
                    <a:lnB w="12700" cap="flat" cmpd="sng" algn="ctr">
                      <a:solidFill>
                        <a:srgbClr val="CCEE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2</a:t>
                      </a:r>
                      <a:endParaRPr lang="en-US" sz="1200" dirty="0"/>
                    </a:p>
                  </a:txBody>
                  <a:tcPr marL="91440" marR="91440" marT="45720" marB="45720">
                    <a:lnL w="12700" cap="flat" cmpd="sng" algn="ctr">
                      <a:solidFill>
                        <a:srgbClr val="CCEECC"/>
                      </a:solidFill>
                      <a:prstDash val="solid"/>
                      <a:round/>
                      <a:headEnd type="none" w="med" len="med"/>
                      <a:tailEnd type="none" w="med" len="med"/>
                    </a:lnL>
                    <a:lnR w="12700" cap="flat" cmpd="sng" algn="ctr">
                      <a:solidFill>
                        <a:srgbClr val="CCEECC"/>
                      </a:solidFill>
                      <a:prstDash val="solid"/>
                      <a:round/>
                      <a:headEnd type="none" w="med" len="med"/>
                      <a:tailEnd type="none" w="med" len="med"/>
                    </a:lnR>
                    <a:lnT w="12700" cap="flat" cmpd="sng" algn="ctr">
                      <a:solidFill>
                        <a:srgbClr val="CCEECC"/>
                      </a:solidFill>
                      <a:prstDash val="solid"/>
                      <a:round/>
                      <a:headEnd type="none" w="med" len="med"/>
                      <a:tailEnd type="none" w="med" len="med"/>
                    </a:lnT>
                    <a:lnB w="12700" cap="flat" cmpd="sng" algn="ctr">
                      <a:solidFill>
                        <a:srgbClr val="CCEE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2</a:t>
                      </a:r>
                      <a:endParaRPr lang="en-US" sz="1200" dirty="0"/>
                    </a:p>
                  </a:txBody>
                  <a:tcPr marL="91440" marR="91440" marT="45720" marB="45720">
                    <a:lnL w="12700" cap="flat" cmpd="sng" algn="ctr">
                      <a:solidFill>
                        <a:srgbClr val="CCEECC"/>
                      </a:solidFill>
                      <a:prstDash val="solid"/>
                      <a:round/>
                      <a:headEnd type="none" w="med" len="med"/>
                      <a:tailEnd type="none" w="med" len="med"/>
                    </a:lnL>
                    <a:lnR w="12700" cap="flat" cmpd="sng" algn="ctr">
                      <a:solidFill>
                        <a:srgbClr val="CCEECC"/>
                      </a:solidFill>
                      <a:prstDash val="solid"/>
                      <a:round/>
                      <a:headEnd type="none" w="med" len="med"/>
                      <a:tailEnd type="none" w="med" len="med"/>
                    </a:lnR>
                    <a:lnT w="12700" cap="flat" cmpd="sng" algn="ctr">
                      <a:solidFill>
                        <a:srgbClr val="CCEECC"/>
                      </a:solidFill>
                      <a:prstDash val="solid"/>
                      <a:round/>
                      <a:headEnd type="none" w="med" len="med"/>
                      <a:tailEnd type="none" w="med" len="med"/>
                    </a:lnT>
                    <a:lnB w="12700" cap="flat" cmpd="sng" algn="ctr">
                      <a:solidFill>
                        <a:srgbClr val="CCEE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2</a:t>
                      </a:r>
                      <a:endParaRPr lang="en-US" sz="1200" dirty="0"/>
                    </a:p>
                  </a:txBody>
                  <a:tcPr marL="91440" marR="91440" marT="45720" marB="45720">
                    <a:lnL w="12700" cap="flat" cmpd="sng" algn="ctr">
                      <a:solidFill>
                        <a:srgbClr val="CCEECC"/>
                      </a:solidFill>
                      <a:prstDash val="solid"/>
                      <a:round/>
                      <a:headEnd type="none" w="med" len="med"/>
                      <a:tailEnd type="none" w="med" len="med"/>
                    </a:lnL>
                    <a:lnR w="12700" cap="flat" cmpd="sng" algn="ctr">
                      <a:solidFill>
                        <a:srgbClr val="CCEECC"/>
                      </a:solidFill>
                      <a:prstDash val="solid"/>
                      <a:round/>
                      <a:headEnd type="none" w="med" len="med"/>
                      <a:tailEnd type="none" w="med" len="med"/>
                    </a:lnR>
                    <a:lnT w="12700" cap="flat" cmpd="sng" algn="ctr">
                      <a:solidFill>
                        <a:srgbClr val="CCEECC"/>
                      </a:solidFill>
                      <a:prstDash val="solid"/>
                      <a:round/>
                      <a:headEnd type="none" w="med" len="med"/>
                      <a:tailEnd type="none" w="med" len="med"/>
                    </a:lnT>
                    <a:lnB w="12700" cap="flat" cmpd="sng" algn="ctr">
                      <a:solidFill>
                        <a:srgbClr val="CCEEC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E7D32"/>
                          </a:solidFill>
                        </a:rPr>
                        <a:t>1</a:t>
                      </a:r>
                      <a:endParaRPr lang="en-US" sz="1200" dirty="0"/>
                    </a:p>
                  </a:txBody>
                  <a:tcPr marL="91440" marR="91440" marT="45720" marB="45720">
                    <a:lnL w="12700" cap="flat" cmpd="sng" algn="ctr">
                      <a:solidFill>
                        <a:srgbClr val="CCEECC"/>
                      </a:solidFill>
                      <a:prstDash val="solid"/>
                      <a:round/>
                      <a:headEnd type="none" w="med" len="med"/>
                      <a:tailEnd type="none" w="med" len="med"/>
                    </a:lnL>
                    <a:lnR w="12700" cap="flat" cmpd="sng" algn="ctr">
                      <a:solidFill>
                        <a:srgbClr val="CCEECC"/>
                      </a:solidFill>
                      <a:prstDash val="solid"/>
                      <a:round/>
                      <a:headEnd type="none" w="med" len="med"/>
                      <a:tailEnd type="none" w="med" len="med"/>
                    </a:lnR>
                    <a:lnT w="12700" cap="flat" cmpd="sng" algn="ctr">
                      <a:solidFill>
                        <a:srgbClr val="CCEECC"/>
                      </a:solidFill>
                      <a:prstDash val="solid"/>
                      <a:round/>
                      <a:headEnd type="none" w="med" len="med"/>
                      <a:tailEnd type="none" w="med" len="med"/>
                    </a:lnT>
                    <a:lnB w="12700" cap="flat" cmpd="sng" algn="ctr">
                      <a:solidFill>
                        <a:srgbClr val="CCEE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1</a:t>
                      </a:r>
                      <a:endParaRPr lang="en-US" sz="1200" dirty="0"/>
                    </a:p>
                  </a:txBody>
                  <a:tcPr marL="91440" marR="91440" marT="45720" marB="45720">
                    <a:lnL w="12700" cap="flat" cmpd="sng" algn="ctr">
                      <a:solidFill>
                        <a:srgbClr val="CCEECC"/>
                      </a:solidFill>
                      <a:prstDash val="solid"/>
                      <a:round/>
                      <a:headEnd type="none" w="med" len="med"/>
                      <a:tailEnd type="none" w="med" len="med"/>
                    </a:lnL>
                    <a:lnR w="12700" cap="flat" cmpd="sng" algn="ctr">
                      <a:solidFill>
                        <a:srgbClr val="CCEECC"/>
                      </a:solidFill>
                      <a:prstDash val="solid"/>
                      <a:round/>
                      <a:headEnd type="none" w="med" len="med"/>
                      <a:tailEnd type="none" w="med" len="med"/>
                    </a:lnR>
                    <a:lnT w="12700" cap="flat" cmpd="sng" algn="ctr">
                      <a:solidFill>
                        <a:srgbClr val="CCEECC"/>
                      </a:solidFill>
                      <a:prstDash val="solid"/>
                      <a:round/>
                      <a:headEnd type="none" w="med" len="med"/>
                      <a:tailEnd type="none" w="med" len="med"/>
                    </a:lnT>
                    <a:lnB w="12700" cap="flat" cmpd="sng" algn="ctr">
                      <a:solidFill>
                        <a:srgbClr val="CCEECC"/>
                      </a:solidFill>
                      <a:prstDash val="solid"/>
                      <a:round/>
                      <a:headEnd type="none" w="med" len="med"/>
                      <a:tailEnd type="none" w="med" len="med"/>
                    </a:lnB>
                    <a:solidFill>
                      <a:srgbClr val="FFFFFF"/>
                    </a:solidFill>
                  </a:tcPr>
                </a:tc>
              </a:tr>
              <a:tr h="402336">
                <a:tc>
                  <a:txBody>
                    <a:bodyPr/>
                    <a:lstStyle/>
                    <a:p>
                      <a:pPr algn="ctr" indent="0" marL="0">
                        <a:buNone/>
                      </a:pPr>
                      <a:r>
                        <a:rPr lang="en-US" sz="1200" b="1" dirty="0">
                          <a:solidFill>
                            <a:srgbClr val="FFFFFF"/>
                          </a:solidFill>
                        </a:rPr>
                        <a:t>F3</a:t>
                      </a:r>
                      <a:endParaRPr lang="en-US" sz="1200" dirty="0"/>
                    </a:p>
                  </a:txBody>
                  <a:tcPr marL="91440" marR="91440" marT="45720" marB="45720">
                    <a:lnL w="12700" cap="flat" cmpd="sng" algn="ctr">
                      <a:solidFill>
                        <a:srgbClr val="CCEECC"/>
                      </a:solidFill>
                      <a:prstDash val="solid"/>
                      <a:round/>
                      <a:headEnd type="none" w="med" len="med"/>
                      <a:tailEnd type="none" w="med" len="med"/>
                    </a:lnL>
                    <a:lnR w="12700" cap="flat" cmpd="sng" algn="ctr">
                      <a:solidFill>
                        <a:srgbClr val="CCEECC"/>
                      </a:solidFill>
                      <a:prstDash val="solid"/>
                      <a:round/>
                      <a:headEnd type="none" w="med" len="med"/>
                      <a:tailEnd type="none" w="med" len="med"/>
                    </a:lnR>
                    <a:lnT w="12700" cap="flat" cmpd="sng" algn="ctr">
                      <a:solidFill>
                        <a:srgbClr val="CCEECC"/>
                      </a:solidFill>
                      <a:prstDash val="solid"/>
                      <a:round/>
                      <a:headEnd type="none" w="med" len="med"/>
                      <a:tailEnd type="none" w="med" len="med"/>
                    </a:lnT>
                    <a:lnB w="12700" cap="flat" cmpd="sng" algn="ctr">
                      <a:solidFill>
                        <a:srgbClr val="CCEECC"/>
                      </a:solidFill>
                      <a:prstDash val="solid"/>
                      <a:round/>
                      <a:headEnd type="none" w="med" len="med"/>
                      <a:tailEnd type="none" w="med" len="med"/>
                    </a:lnB>
                    <a:solidFill>
                      <a:srgbClr val="1A2F45"/>
                    </a:solidFill>
                  </a:tcPr>
                </a:tc>
                <a:tc>
                  <a:txBody>
                    <a:bodyPr/>
                    <a:lstStyle/>
                    <a:p>
                      <a:pPr algn="ctr" indent="0" marL="0">
                        <a:buNone/>
                      </a:pPr>
                      <a:r>
                        <a:rPr lang="en-US" sz="1200" dirty="0">
                          <a:solidFill>
                            <a:srgbClr val="8DA2B5"/>
                          </a:solidFill>
                        </a:rPr>
                        <a:t>-</a:t>
                      </a:r>
                      <a:endParaRPr lang="en-US" sz="1200" dirty="0"/>
                    </a:p>
                  </a:txBody>
                  <a:tcPr marL="91440" marR="91440" marT="45720" marB="45720">
                    <a:lnL w="12700" cap="flat" cmpd="sng" algn="ctr">
                      <a:solidFill>
                        <a:srgbClr val="CCEECC"/>
                      </a:solidFill>
                      <a:prstDash val="solid"/>
                      <a:round/>
                      <a:headEnd type="none" w="med" len="med"/>
                      <a:tailEnd type="none" w="med" len="med"/>
                    </a:lnL>
                    <a:lnR w="12700" cap="flat" cmpd="sng" algn="ctr">
                      <a:solidFill>
                        <a:srgbClr val="CCEECC"/>
                      </a:solidFill>
                      <a:prstDash val="solid"/>
                      <a:round/>
                      <a:headEnd type="none" w="med" len="med"/>
                      <a:tailEnd type="none" w="med" len="med"/>
                    </a:lnR>
                    <a:lnT w="12700" cap="flat" cmpd="sng" algn="ctr">
                      <a:solidFill>
                        <a:srgbClr val="CCEECC"/>
                      </a:solidFill>
                      <a:prstDash val="solid"/>
                      <a:round/>
                      <a:headEnd type="none" w="med" len="med"/>
                      <a:tailEnd type="none" w="med" len="med"/>
                    </a:lnT>
                    <a:lnB w="12700" cap="flat" cmpd="sng" algn="ctr">
                      <a:solidFill>
                        <a:srgbClr val="CCEE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8DA2B5"/>
                          </a:solidFill>
                        </a:rPr>
                        <a:t>-</a:t>
                      </a:r>
                      <a:endParaRPr lang="en-US" sz="1200" dirty="0"/>
                    </a:p>
                  </a:txBody>
                  <a:tcPr marL="91440" marR="91440" marT="45720" marB="45720">
                    <a:lnL w="12700" cap="flat" cmpd="sng" algn="ctr">
                      <a:solidFill>
                        <a:srgbClr val="CCEECC"/>
                      </a:solidFill>
                      <a:prstDash val="solid"/>
                      <a:round/>
                      <a:headEnd type="none" w="med" len="med"/>
                      <a:tailEnd type="none" w="med" len="med"/>
                    </a:lnL>
                    <a:lnR w="12700" cap="flat" cmpd="sng" algn="ctr">
                      <a:solidFill>
                        <a:srgbClr val="CCEECC"/>
                      </a:solidFill>
                      <a:prstDash val="solid"/>
                      <a:round/>
                      <a:headEnd type="none" w="med" len="med"/>
                      <a:tailEnd type="none" w="med" len="med"/>
                    </a:lnR>
                    <a:lnT w="12700" cap="flat" cmpd="sng" algn="ctr">
                      <a:solidFill>
                        <a:srgbClr val="CCEECC"/>
                      </a:solidFill>
                      <a:prstDash val="solid"/>
                      <a:round/>
                      <a:headEnd type="none" w="med" len="med"/>
                      <a:tailEnd type="none" w="med" len="med"/>
                    </a:lnT>
                    <a:lnB w="12700" cap="flat" cmpd="sng" algn="ctr">
                      <a:solidFill>
                        <a:srgbClr val="CCEE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3</a:t>
                      </a:r>
                      <a:endParaRPr lang="en-US" sz="1200" dirty="0"/>
                    </a:p>
                  </a:txBody>
                  <a:tcPr marL="91440" marR="91440" marT="45720" marB="45720">
                    <a:lnL w="12700" cap="flat" cmpd="sng" algn="ctr">
                      <a:solidFill>
                        <a:srgbClr val="CCEECC"/>
                      </a:solidFill>
                      <a:prstDash val="solid"/>
                      <a:round/>
                      <a:headEnd type="none" w="med" len="med"/>
                      <a:tailEnd type="none" w="med" len="med"/>
                    </a:lnL>
                    <a:lnR w="12700" cap="flat" cmpd="sng" algn="ctr">
                      <a:solidFill>
                        <a:srgbClr val="CCEECC"/>
                      </a:solidFill>
                      <a:prstDash val="solid"/>
                      <a:round/>
                      <a:headEnd type="none" w="med" len="med"/>
                      <a:tailEnd type="none" w="med" len="med"/>
                    </a:lnR>
                    <a:lnT w="12700" cap="flat" cmpd="sng" algn="ctr">
                      <a:solidFill>
                        <a:srgbClr val="CCEECC"/>
                      </a:solidFill>
                      <a:prstDash val="solid"/>
                      <a:round/>
                      <a:headEnd type="none" w="med" len="med"/>
                      <a:tailEnd type="none" w="med" len="med"/>
                    </a:lnT>
                    <a:lnB w="12700" cap="flat" cmpd="sng" algn="ctr">
                      <a:solidFill>
                        <a:srgbClr val="CCEE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3</a:t>
                      </a:r>
                      <a:endParaRPr lang="en-US" sz="1200" dirty="0"/>
                    </a:p>
                  </a:txBody>
                  <a:tcPr marL="91440" marR="91440" marT="45720" marB="45720">
                    <a:lnL w="12700" cap="flat" cmpd="sng" algn="ctr">
                      <a:solidFill>
                        <a:srgbClr val="CCEECC"/>
                      </a:solidFill>
                      <a:prstDash val="solid"/>
                      <a:round/>
                      <a:headEnd type="none" w="med" len="med"/>
                      <a:tailEnd type="none" w="med" len="med"/>
                    </a:lnL>
                    <a:lnR w="12700" cap="flat" cmpd="sng" algn="ctr">
                      <a:solidFill>
                        <a:srgbClr val="CCEECC"/>
                      </a:solidFill>
                      <a:prstDash val="solid"/>
                      <a:round/>
                      <a:headEnd type="none" w="med" len="med"/>
                      <a:tailEnd type="none" w="med" len="med"/>
                    </a:lnR>
                    <a:lnT w="12700" cap="flat" cmpd="sng" algn="ctr">
                      <a:solidFill>
                        <a:srgbClr val="CCEECC"/>
                      </a:solidFill>
                      <a:prstDash val="solid"/>
                      <a:round/>
                      <a:headEnd type="none" w="med" len="med"/>
                      <a:tailEnd type="none" w="med" len="med"/>
                    </a:lnT>
                    <a:lnB w="12700" cap="flat" cmpd="sng" algn="ctr">
                      <a:solidFill>
                        <a:srgbClr val="CCEE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3</a:t>
                      </a:r>
                      <a:endParaRPr lang="en-US" sz="1200" dirty="0"/>
                    </a:p>
                  </a:txBody>
                  <a:tcPr marL="91440" marR="91440" marT="45720" marB="45720">
                    <a:lnL w="12700" cap="flat" cmpd="sng" algn="ctr">
                      <a:solidFill>
                        <a:srgbClr val="CCEECC"/>
                      </a:solidFill>
                      <a:prstDash val="solid"/>
                      <a:round/>
                      <a:headEnd type="none" w="med" len="med"/>
                      <a:tailEnd type="none" w="med" len="med"/>
                    </a:lnL>
                    <a:lnR w="12700" cap="flat" cmpd="sng" algn="ctr">
                      <a:solidFill>
                        <a:srgbClr val="CCEECC"/>
                      </a:solidFill>
                      <a:prstDash val="solid"/>
                      <a:round/>
                      <a:headEnd type="none" w="med" len="med"/>
                      <a:tailEnd type="none" w="med" len="med"/>
                    </a:lnR>
                    <a:lnT w="12700" cap="flat" cmpd="sng" algn="ctr">
                      <a:solidFill>
                        <a:srgbClr val="CCEECC"/>
                      </a:solidFill>
                      <a:prstDash val="solid"/>
                      <a:round/>
                      <a:headEnd type="none" w="med" len="med"/>
                      <a:tailEnd type="none" w="med" len="med"/>
                    </a:lnT>
                    <a:lnB w="12700" cap="flat" cmpd="sng" algn="ctr">
                      <a:solidFill>
                        <a:srgbClr val="CCEE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3</a:t>
                      </a:r>
                      <a:endParaRPr lang="en-US" sz="1200" dirty="0"/>
                    </a:p>
                  </a:txBody>
                  <a:tcPr marL="91440" marR="91440" marT="45720" marB="45720">
                    <a:lnL w="12700" cap="flat" cmpd="sng" algn="ctr">
                      <a:solidFill>
                        <a:srgbClr val="CCEECC"/>
                      </a:solidFill>
                      <a:prstDash val="solid"/>
                      <a:round/>
                      <a:headEnd type="none" w="med" len="med"/>
                      <a:tailEnd type="none" w="med" len="med"/>
                    </a:lnL>
                    <a:lnR w="12700" cap="flat" cmpd="sng" algn="ctr">
                      <a:solidFill>
                        <a:srgbClr val="CCEECC"/>
                      </a:solidFill>
                      <a:prstDash val="solid"/>
                      <a:round/>
                      <a:headEnd type="none" w="med" len="med"/>
                      <a:tailEnd type="none" w="med" len="med"/>
                    </a:lnR>
                    <a:lnT w="12700" cap="flat" cmpd="sng" algn="ctr">
                      <a:solidFill>
                        <a:srgbClr val="CCEECC"/>
                      </a:solidFill>
                      <a:prstDash val="solid"/>
                      <a:round/>
                      <a:headEnd type="none" w="med" len="med"/>
                      <a:tailEnd type="none" w="med" len="med"/>
                    </a:lnT>
                    <a:lnB w="12700" cap="flat" cmpd="sng" algn="ctr">
                      <a:solidFill>
                        <a:srgbClr val="CCEEC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E7D32"/>
                          </a:solidFill>
                        </a:rPr>
                        <a:t>4</a:t>
                      </a:r>
                      <a:endParaRPr lang="en-US" sz="1200" dirty="0"/>
                    </a:p>
                  </a:txBody>
                  <a:tcPr marL="91440" marR="91440" marT="45720" marB="45720">
                    <a:lnL w="12700" cap="flat" cmpd="sng" algn="ctr">
                      <a:solidFill>
                        <a:srgbClr val="CCEECC"/>
                      </a:solidFill>
                      <a:prstDash val="solid"/>
                      <a:round/>
                      <a:headEnd type="none" w="med" len="med"/>
                      <a:tailEnd type="none" w="med" len="med"/>
                    </a:lnL>
                    <a:lnR w="12700" cap="flat" cmpd="sng" algn="ctr">
                      <a:solidFill>
                        <a:srgbClr val="CCEECC"/>
                      </a:solidFill>
                      <a:prstDash val="solid"/>
                      <a:round/>
                      <a:headEnd type="none" w="med" len="med"/>
                      <a:tailEnd type="none" w="med" len="med"/>
                    </a:lnR>
                    <a:lnT w="12700" cap="flat" cmpd="sng" algn="ctr">
                      <a:solidFill>
                        <a:srgbClr val="CCEECC"/>
                      </a:solidFill>
                      <a:prstDash val="solid"/>
                      <a:round/>
                      <a:headEnd type="none" w="med" len="med"/>
                      <a:tailEnd type="none" w="med" len="med"/>
                    </a:lnT>
                    <a:lnB w="12700" cap="flat" cmpd="sng" algn="ctr">
                      <a:solidFill>
                        <a:srgbClr val="CCEECC"/>
                      </a:solidFill>
                      <a:prstDash val="solid"/>
                      <a:round/>
                      <a:headEnd type="none" w="med" len="med"/>
                      <a:tailEnd type="none" w="med" len="med"/>
                    </a:lnB>
                    <a:solidFill>
                      <a:srgbClr val="FFFFFF"/>
                    </a:solidFill>
                  </a:tcPr>
                </a:tc>
              </a:tr>
              <a:tr h="402336">
                <a:tc>
                  <a:txBody>
                    <a:bodyPr/>
                    <a:lstStyle/>
                    <a:p>
                      <a:pPr algn="ctr" indent="0" marL="0">
                        <a:buNone/>
                      </a:pPr>
                      <a:r>
                        <a:rPr lang="en-US" sz="1200" b="1" dirty="0">
                          <a:solidFill>
                            <a:srgbClr val="FFFFFF"/>
                          </a:solidFill>
                        </a:rPr>
                        <a:t>Fault</a:t>
                      </a:r>
                      <a:endParaRPr lang="en-US" sz="1200" dirty="0"/>
                    </a:p>
                  </a:txBody>
                  <a:tcPr marL="91440" marR="91440" marT="45720" marB="45720">
                    <a:lnL w="12700" cap="flat" cmpd="sng" algn="ctr">
                      <a:solidFill>
                        <a:srgbClr val="CCEECC"/>
                      </a:solidFill>
                      <a:prstDash val="solid"/>
                      <a:round/>
                      <a:headEnd type="none" w="med" len="med"/>
                      <a:tailEnd type="none" w="med" len="med"/>
                    </a:lnL>
                    <a:lnR w="12700" cap="flat" cmpd="sng" algn="ctr">
                      <a:solidFill>
                        <a:srgbClr val="CCEECC"/>
                      </a:solidFill>
                      <a:prstDash val="solid"/>
                      <a:round/>
                      <a:headEnd type="none" w="med" len="med"/>
                      <a:tailEnd type="none" w="med" len="med"/>
                    </a:lnR>
                    <a:lnT w="12700" cap="flat" cmpd="sng" algn="ctr">
                      <a:solidFill>
                        <a:srgbClr val="CCEECC"/>
                      </a:solidFill>
                      <a:prstDash val="solid"/>
                      <a:round/>
                      <a:headEnd type="none" w="med" len="med"/>
                      <a:tailEnd type="none" w="med" len="med"/>
                    </a:lnT>
                    <a:lnB w="12700" cap="flat" cmpd="sng" algn="ctr">
                      <a:solidFill>
                        <a:srgbClr val="CCEECC"/>
                      </a:solidFill>
                      <a:prstDash val="solid"/>
                      <a:round/>
                      <a:headEnd type="none" w="med" len="med"/>
                      <a:tailEnd type="none" w="med" len="med"/>
                    </a:lnB>
                    <a:solidFill>
                      <a:srgbClr val="1A2F45"/>
                    </a:solidFill>
                  </a:tcPr>
                </a:tc>
                <a:tc>
                  <a:txBody>
                    <a:bodyPr/>
                    <a:lstStyle/>
                    <a:p>
                      <a:pPr algn="ctr" indent="0" marL="0">
                        <a:buNone/>
                      </a:pPr>
                      <a:r>
                        <a:rPr lang="en-US" sz="1200" b="1" dirty="0">
                          <a:solidFill>
                            <a:srgbClr val="E63946"/>
                          </a:solidFill>
                        </a:rPr>
                        <a:t>✓</a:t>
                      </a:r>
                      <a:endParaRPr lang="en-US" sz="1200" dirty="0"/>
                    </a:p>
                  </a:txBody>
                  <a:tcPr marL="91440" marR="91440" marT="45720" marB="45720">
                    <a:lnL w="12700" cap="flat" cmpd="sng" algn="ctr">
                      <a:solidFill>
                        <a:srgbClr val="CCEECC"/>
                      </a:solidFill>
                      <a:prstDash val="solid"/>
                      <a:round/>
                      <a:headEnd type="none" w="med" len="med"/>
                      <a:tailEnd type="none" w="med" len="med"/>
                    </a:lnL>
                    <a:lnR w="12700" cap="flat" cmpd="sng" algn="ctr">
                      <a:solidFill>
                        <a:srgbClr val="CCEECC"/>
                      </a:solidFill>
                      <a:prstDash val="solid"/>
                      <a:round/>
                      <a:headEnd type="none" w="med" len="med"/>
                      <a:tailEnd type="none" w="med" len="med"/>
                    </a:lnR>
                    <a:lnT w="12700" cap="flat" cmpd="sng" algn="ctr">
                      <a:solidFill>
                        <a:srgbClr val="CCEECC"/>
                      </a:solidFill>
                      <a:prstDash val="solid"/>
                      <a:round/>
                      <a:headEnd type="none" w="med" len="med"/>
                      <a:tailEnd type="none" w="med" len="med"/>
                    </a:lnT>
                    <a:lnB w="12700" cap="flat" cmpd="sng" algn="ctr">
                      <a:solidFill>
                        <a:srgbClr val="CCEEC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E63946"/>
                          </a:solidFill>
                        </a:rPr>
                        <a:t>✓</a:t>
                      </a:r>
                      <a:endParaRPr lang="en-US" sz="1200" dirty="0"/>
                    </a:p>
                  </a:txBody>
                  <a:tcPr marL="91440" marR="91440" marT="45720" marB="45720">
                    <a:lnL w="12700" cap="flat" cmpd="sng" algn="ctr">
                      <a:solidFill>
                        <a:srgbClr val="CCEECC"/>
                      </a:solidFill>
                      <a:prstDash val="solid"/>
                      <a:round/>
                      <a:headEnd type="none" w="med" len="med"/>
                      <a:tailEnd type="none" w="med" len="med"/>
                    </a:lnL>
                    <a:lnR w="12700" cap="flat" cmpd="sng" algn="ctr">
                      <a:solidFill>
                        <a:srgbClr val="CCEECC"/>
                      </a:solidFill>
                      <a:prstDash val="solid"/>
                      <a:round/>
                      <a:headEnd type="none" w="med" len="med"/>
                      <a:tailEnd type="none" w="med" len="med"/>
                    </a:lnR>
                    <a:lnT w="12700" cap="flat" cmpd="sng" algn="ctr">
                      <a:solidFill>
                        <a:srgbClr val="CCEECC"/>
                      </a:solidFill>
                      <a:prstDash val="solid"/>
                      <a:round/>
                      <a:headEnd type="none" w="med" len="med"/>
                      <a:tailEnd type="none" w="med" len="med"/>
                    </a:lnT>
                    <a:lnB w="12700" cap="flat" cmpd="sng" algn="ctr">
                      <a:solidFill>
                        <a:srgbClr val="CCEEC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E63946"/>
                          </a:solidFill>
                        </a:rPr>
                        <a:t>✓</a:t>
                      </a:r>
                      <a:endParaRPr lang="en-US" sz="1200" dirty="0"/>
                    </a:p>
                  </a:txBody>
                  <a:tcPr marL="91440" marR="91440" marT="45720" marB="45720">
                    <a:lnL w="12700" cap="flat" cmpd="sng" algn="ctr">
                      <a:solidFill>
                        <a:srgbClr val="CCEECC"/>
                      </a:solidFill>
                      <a:prstDash val="solid"/>
                      <a:round/>
                      <a:headEnd type="none" w="med" len="med"/>
                      <a:tailEnd type="none" w="med" len="med"/>
                    </a:lnL>
                    <a:lnR w="12700" cap="flat" cmpd="sng" algn="ctr">
                      <a:solidFill>
                        <a:srgbClr val="CCEECC"/>
                      </a:solidFill>
                      <a:prstDash val="solid"/>
                      <a:round/>
                      <a:headEnd type="none" w="med" len="med"/>
                      <a:tailEnd type="none" w="med" len="med"/>
                    </a:lnR>
                    <a:lnT w="12700" cap="flat" cmpd="sng" algn="ctr">
                      <a:solidFill>
                        <a:srgbClr val="CCEECC"/>
                      </a:solidFill>
                      <a:prstDash val="solid"/>
                      <a:round/>
                      <a:headEnd type="none" w="med" len="med"/>
                      <a:tailEnd type="none" w="med" len="med"/>
                    </a:lnT>
                    <a:lnB w="12700" cap="flat" cmpd="sng" algn="ctr">
                      <a:solidFill>
                        <a:srgbClr val="CCEE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DC653"/>
                          </a:solidFill>
                        </a:rPr>
                        <a:t>—</a:t>
                      </a:r>
                      <a:endParaRPr lang="en-US" sz="1200" dirty="0"/>
                    </a:p>
                  </a:txBody>
                  <a:tcPr marL="91440" marR="91440" marT="45720" marB="45720">
                    <a:lnL w="12700" cap="flat" cmpd="sng" algn="ctr">
                      <a:solidFill>
                        <a:srgbClr val="CCEECC"/>
                      </a:solidFill>
                      <a:prstDash val="solid"/>
                      <a:round/>
                      <a:headEnd type="none" w="med" len="med"/>
                      <a:tailEnd type="none" w="med" len="med"/>
                    </a:lnL>
                    <a:lnR w="12700" cap="flat" cmpd="sng" algn="ctr">
                      <a:solidFill>
                        <a:srgbClr val="CCEECC"/>
                      </a:solidFill>
                      <a:prstDash val="solid"/>
                      <a:round/>
                      <a:headEnd type="none" w="med" len="med"/>
                      <a:tailEnd type="none" w="med" len="med"/>
                    </a:lnR>
                    <a:lnT w="12700" cap="flat" cmpd="sng" algn="ctr">
                      <a:solidFill>
                        <a:srgbClr val="CCEECC"/>
                      </a:solidFill>
                      <a:prstDash val="solid"/>
                      <a:round/>
                      <a:headEnd type="none" w="med" len="med"/>
                      <a:tailEnd type="none" w="med" len="med"/>
                    </a:lnT>
                    <a:lnB w="12700" cap="flat" cmpd="sng" algn="ctr">
                      <a:solidFill>
                        <a:srgbClr val="CCEEC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E63946"/>
                          </a:solidFill>
                        </a:rPr>
                        <a:t>✓</a:t>
                      </a:r>
                      <a:endParaRPr lang="en-US" sz="1200" dirty="0"/>
                    </a:p>
                  </a:txBody>
                  <a:tcPr marL="91440" marR="91440" marT="45720" marB="45720">
                    <a:lnL w="12700" cap="flat" cmpd="sng" algn="ctr">
                      <a:solidFill>
                        <a:srgbClr val="CCEECC"/>
                      </a:solidFill>
                      <a:prstDash val="solid"/>
                      <a:round/>
                      <a:headEnd type="none" w="med" len="med"/>
                      <a:tailEnd type="none" w="med" len="med"/>
                    </a:lnL>
                    <a:lnR w="12700" cap="flat" cmpd="sng" algn="ctr">
                      <a:solidFill>
                        <a:srgbClr val="CCEECC"/>
                      </a:solidFill>
                      <a:prstDash val="solid"/>
                      <a:round/>
                      <a:headEnd type="none" w="med" len="med"/>
                      <a:tailEnd type="none" w="med" len="med"/>
                    </a:lnR>
                    <a:lnT w="12700" cap="flat" cmpd="sng" algn="ctr">
                      <a:solidFill>
                        <a:srgbClr val="CCEECC"/>
                      </a:solidFill>
                      <a:prstDash val="solid"/>
                      <a:round/>
                      <a:headEnd type="none" w="med" len="med"/>
                      <a:tailEnd type="none" w="med" len="med"/>
                    </a:lnT>
                    <a:lnB w="12700" cap="flat" cmpd="sng" algn="ctr">
                      <a:solidFill>
                        <a:srgbClr val="CCEEC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E63946"/>
                          </a:solidFill>
                        </a:rPr>
                        <a:t>✓</a:t>
                      </a:r>
                      <a:endParaRPr lang="en-US" sz="1200" dirty="0"/>
                    </a:p>
                  </a:txBody>
                  <a:tcPr marL="91440" marR="91440" marT="45720" marB="45720">
                    <a:lnL w="12700" cap="flat" cmpd="sng" algn="ctr">
                      <a:solidFill>
                        <a:srgbClr val="CCEECC"/>
                      </a:solidFill>
                      <a:prstDash val="solid"/>
                      <a:round/>
                      <a:headEnd type="none" w="med" len="med"/>
                      <a:tailEnd type="none" w="med" len="med"/>
                    </a:lnL>
                    <a:lnR w="12700" cap="flat" cmpd="sng" algn="ctr">
                      <a:solidFill>
                        <a:srgbClr val="CCEECC"/>
                      </a:solidFill>
                      <a:prstDash val="solid"/>
                      <a:round/>
                      <a:headEnd type="none" w="med" len="med"/>
                      <a:tailEnd type="none" w="med" len="med"/>
                    </a:lnR>
                    <a:lnT w="12700" cap="flat" cmpd="sng" algn="ctr">
                      <a:solidFill>
                        <a:srgbClr val="CCEECC"/>
                      </a:solidFill>
                      <a:prstDash val="solid"/>
                      <a:round/>
                      <a:headEnd type="none" w="med" len="med"/>
                      <a:tailEnd type="none" w="med" len="med"/>
                    </a:lnT>
                    <a:lnB w="12700" cap="flat" cmpd="sng" algn="ctr">
                      <a:solidFill>
                        <a:srgbClr val="CCEEC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E63946"/>
                          </a:solidFill>
                        </a:rPr>
                        <a:t>✓</a:t>
                      </a:r>
                      <a:endParaRPr lang="en-US" sz="1200" dirty="0"/>
                    </a:p>
                  </a:txBody>
                  <a:tcPr marL="91440" marR="91440" marT="45720" marB="45720">
                    <a:lnL w="12700" cap="flat" cmpd="sng" algn="ctr">
                      <a:solidFill>
                        <a:srgbClr val="CCEECC"/>
                      </a:solidFill>
                      <a:prstDash val="solid"/>
                      <a:round/>
                      <a:headEnd type="none" w="med" len="med"/>
                      <a:tailEnd type="none" w="med" len="med"/>
                    </a:lnL>
                    <a:lnR w="12700" cap="flat" cmpd="sng" algn="ctr">
                      <a:solidFill>
                        <a:srgbClr val="CCEECC"/>
                      </a:solidFill>
                      <a:prstDash val="solid"/>
                      <a:round/>
                      <a:headEnd type="none" w="med" len="med"/>
                      <a:tailEnd type="none" w="med" len="med"/>
                    </a:lnR>
                    <a:lnT w="12700" cap="flat" cmpd="sng" algn="ctr">
                      <a:solidFill>
                        <a:srgbClr val="CCEECC"/>
                      </a:solidFill>
                      <a:prstDash val="solid"/>
                      <a:round/>
                      <a:headEnd type="none" w="med" len="med"/>
                      <a:tailEnd type="none" w="med" len="med"/>
                    </a:lnT>
                    <a:lnB w="12700" cap="flat" cmpd="sng" algn="ctr">
                      <a:solidFill>
                        <a:srgbClr val="CCEECC"/>
                      </a:solidFill>
                      <a:prstDash val="solid"/>
                      <a:round/>
                      <a:headEnd type="none" w="med" len="med"/>
                      <a:tailEnd type="none" w="med" len="med"/>
                    </a:lnB>
                    <a:solidFill>
                      <a:srgbClr val="FFFFFF"/>
                    </a:solidFill>
                  </a:tcPr>
                </a:tc>
              </a:tr>
            </a:tbl>
          </a:graphicData>
        </a:graphic>
      </p:graphicFrame>
      <p:sp>
        <p:nvSpPr>
          <p:cNvPr id="6" name="Text 3"/>
          <p:cNvSpPr/>
          <p:nvPr/>
        </p:nvSpPr>
        <p:spPr>
          <a:xfrm>
            <a:off x="365760" y="3429000"/>
            <a:ext cx="8412480" cy="320040"/>
          </a:xfrm>
          <a:prstGeom prst="rect">
            <a:avLst/>
          </a:prstGeom>
          <a:noFill/>
          <a:ln/>
        </p:spPr>
        <p:txBody>
          <a:bodyPr wrap="square" rtlCol="0" anchor="ctr"/>
          <a:lstStyle/>
          <a:p>
            <a:pPr indent="0" marL="0">
              <a:buNone/>
            </a:pPr>
            <a:r>
              <a:rPr lang="en-US" sz="1300" b="1" dirty="0">
                <a:solidFill>
                  <a:srgbClr val="2E7D32"/>
                </a:solidFill>
              </a:rPr>
              <a:t>LRU Page Faults: 6 out of 7 references</a:t>
            </a:r>
            <a:endParaRPr lang="en-US" sz="1300" dirty="0"/>
          </a:p>
        </p:txBody>
      </p:sp>
      <p:sp>
        <p:nvSpPr>
          <p:cNvPr id="7" name="Text 4"/>
          <p:cNvSpPr/>
          <p:nvPr/>
        </p:nvSpPr>
        <p:spPr>
          <a:xfrm>
            <a:off x="365760" y="3749040"/>
            <a:ext cx="8412480" cy="1188720"/>
          </a:xfrm>
          <a:prstGeom prst="rect">
            <a:avLst/>
          </a:prstGeom>
          <a:noFill/>
          <a:ln/>
        </p:spPr>
        <p:txBody>
          <a:bodyPr wrap="square" rtlCol="0" anchor="ctr"/>
          <a:lstStyle/>
          <a:p>
            <a:pPr indent="0" marL="0">
              <a:lnSpc>
                <a:spcPct val="140000"/>
              </a:lnSpc>
              <a:buNone/>
            </a:pPr>
            <a:r>
              <a:rPr lang="en-US" sz="1150" b="1" dirty="0">
                <a:solidFill>
                  <a:srgbClr val="1A2F45"/>
                </a:solidFill>
              </a:rPr>
              <a:t>How LRU works: </a:t>
            </a:r>
            <a:pPr indent="0" marL="0">
              <a:lnSpc>
                <a:spcPct val="140000"/>
              </a:lnSpc>
              <a:buNone/>
            </a:pPr>
            <a:r>
              <a:rPr lang="en-US" sz="1150" dirty="0">
                <a:solidFill>
                  <a:srgbClr val="1A2F45"/>
                </a:solidFill>
              </a:rPr>
              <a:t>Evicts the page that was LEAST RECENTLY USED — the one that hasn't been referenced for the longest time.
</a:t>
            </a:r>
            <a:pPr indent="0" marL="0">
              <a:lnSpc>
                <a:spcPct val="140000"/>
              </a:lnSpc>
              <a:buNone/>
            </a:pPr>
            <a:r>
              <a:rPr lang="en-US" sz="1150" b="1" dirty="0">
                <a:solidFill>
                  <a:srgbClr val="1A2F45"/>
                </a:solidFill>
              </a:rPr>
              <a:t>Steps: </a:t>
            </a:r>
            <a:pPr indent="0" marL="0">
              <a:lnSpc>
                <a:spcPct val="140000"/>
              </a:lnSpc>
              <a:buNone/>
            </a:pPr>
            <a:r>
              <a:rPr lang="en-US" sz="1150" dirty="0">
                <a:solidFill>
                  <a:srgbClr val="1A2F45"/>
                </a:solidFill>
              </a:rPr>
              <a:t>Ref 1→fault; Ref 2→fault; Ref 3→fault; Ref 2→HIT (LRU order: 1,3,2); Ref 4→evict 1 (LRU); Ref 1→evict 3 (LRU); Ref 5→evict 2 (LRU).
</a:t>
            </a:r>
            <a:pPr indent="0" marL="0">
              <a:lnSpc>
                <a:spcPct val="140000"/>
              </a:lnSpc>
              <a:buNone/>
            </a:pPr>
            <a:r>
              <a:rPr lang="en-US" sz="1150" i="1" dirty="0">
                <a:solidFill>
                  <a:srgbClr val="8DA2B5"/>
                </a:solidFill>
              </a:rPr>
              <a:t>Both FIFO and LRU yield 6 faults for this reference string. LRU generally performs better with real workloads.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F45"/>
          </a:solidFill>
          <a:ln/>
        </p:spPr>
      </p:sp>
      <p:sp>
        <p:nvSpPr>
          <p:cNvPr id="3" name="Text 1"/>
          <p:cNvSpPr/>
          <p:nvPr/>
        </p:nvSpPr>
        <p:spPr>
          <a:xfrm>
            <a:off x="365760" y="0"/>
            <a:ext cx="8412480" cy="914400"/>
          </a:xfrm>
          <a:prstGeom prst="rect">
            <a:avLst/>
          </a:prstGeom>
          <a:noFill/>
          <a:ln/>
        </p:spPr>
        <p:txBody>
          <a:bodyPr wrap="square" rtlCol="0" anchor="ctr"/>
          <a:lstStyle/>
          <a:p>
            <a:pPr indent="0" marL="0">
              <a:buNone/>
            </a:pPr>
            <a:r>
              <a:rPr lang="en-US" sz="2200" b="1" dirty="0">
                <a:solidFill>
                  <a:srgbClr val="FFFFFF"/>
                </a:solidFill>
              </a:rPr>
              <a:t>PART 3  ·  Page Replacement Comparison</a:t>
            </a:r>
            <a:endParaRPr lang="en-US" sz="2200" dirty="0"/>
          </a:p>
        </p:txBody>
      </p:sp>
      <p:sp>
        <p:nvSpPr>
          <p:cNvPr id="4" name="Shape 2"/>
          <p:cNvSpPr/>
          <p:nvPr/>
        </p:nvSpPr>
        <p:spPr>
          <a:xfrm>
            <a:off x="457200" y="1051560"/>
            <a:ext cx="3931920" cy="25603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5" name="Shape 3"/>
          <p:cNvSpPr/>
          <p:nvPr/>
        </p:nvSpPr>
        <p:spPr>
          <a:xfrm>
            <a:off x="457200" y="1051560"/>
            <a:ext cx="3931920" cy="457200"/>
          </a:xfrm>
          <a:prstGeom prst="rect">
            <a:avLst/>
          </a:prstGeom>
          <a:solidFill>
            <a:srgbClr val="6B48B5"/>
          </a:solidFill>
          <a:ln/>
        </p:spPr>
      </p:sp>
      <p:sp>
        <p:nvSpPr>
          <p:cNvPr id="6" name="Text 4"/>
          <p:cNvSpPr/>
          <p:nvPr/>
        </p:nvSpPr>
        <p:spPr>
          <a:xfrm>
            <a:off x="457200" y="1051560"/>
            <a:ext cx="3931920" cy="457200"/>
          </a:xfrm>
          <a:prstGeom prst="rect">
            <a:avLst/>
          </a:prstGeom>
          <a:noFill/>
          <a:ln/>
        </p:spPr>
        <p:txBody>
          <a:bodyPr wrap="square" rtlCol="0" anchor="ctr"/>
          <a:lstStyle/>
          <a:p>
            <a:pPr algn="ctr" indent="0" marL="0">
              <a:buNone/>
            </a:pPr>
            <a:r>
              <a:rPr lang="en-US" sz="1800" b="1" dirty="0">
                <a:solidFill>
                  <a:srgbClr val="FFFFFF"/>
                </a:solidFill>
              </a:rPr>
              <a:t>FIFO</a:t>
            </a:r>
            <a:endParaRPr lang="en-US" sz="1800" dirty="0"/>
          </a:p>
        </p:txBody>
      </p:sp>
      <p:sp>
        <p:nvSpPr>
          <p:cNvPr id="7" name="Text 5"/>
          <p:cNvSpPr/>
          <p:nvPr/>
        </p:nvSpPr>
        <p:spPr>
          <a:xfrm>
            <a:off x="640080" y="1600200"/>
            <a:ext cx="3566160" cy="274320"/>
          </a:xfrm>
          <a:prstGeom prst="rect">
            <a:avLst/>
          </a:prstGeom>
          <a:noFill/>
          <a:ln/>
        </p:spPr>
        <p:txBody>
          <a:bodyPr wrap="square" rtlCol="0" anchor="ctr"/>
          <a:lstStyle/>
          <a:p>
            <a:pPr algn="ctr" indent="0" marL="0">
              <a:buNone/>
            </a:pPr>
            <a:r>
              <a:rPr lang="en-US" sz="1100" dirty="0">
                <a:solidFill>
                  <a:srgbClr val="8DA2B5"/>
                </a:solidFill>
              </a:rPr>
              <a:t>Page Faults</a:t>
            </a:r>
            <a:endParaRPr lang="en-US" sz="1100" dirty="0"/>
          </a:p>
        </p:txBody>
      </p:sp>
      <p:sp>
        <p:nvSpPr>
          <p:cNvPr id="8" name="Text 6"/>
          <p:cNvSpPr/>
          <p:nvPr/>
        </p:nvSpPr>
        <p:spPr>
          <a:xfrm>
            <a:off x="640080" y="1828800"/>
            <a:ext cx="3566160" cy="502920"/>
          </a:xfrm>
          <a:prstGeom prst="rect">
            <a:avLst/>
          </a:prstGeom>
          <a:noFill/>
          <a:ln/>
        </p:spPr>
        <p:txBody>
          <a:bodyPr wrap="square" rtlCol="0" anchor="ctr"/>
          <a:lstStyle/>
          <a:p>
            <a:pPr algn="ctr" indent="0" marL="0">
              <a:buNone/>
            </a:pPr>
            <a:r>
              <a:rPr lang="en-US" sz="3000" b="1" dirty="0">
                <a:solidFill>
                  <a:srgbClr val="6B48B5"/>
                </a:solidFill>
              </a:rPr>
              <a:t>6 / 7</a:t>
            </a:r>
            <a:endParaRPr lang="en-US" sz="3000" dirty="0"/>
          </a:p>
        </p:txBody>
      </p:sp>
      <p:sp>
        <p:nvSpPr>
          <p:cNvPr id="9" name="Text 7"/>
          <p:cNvSpPr/>
          <p:nvPr/>
        </p:nvSpPr>
        <p:spPr>
          <a:xfrm>
            <a:off x="640080" y="2423160"/>
            <a:ext cx="3566160" cy="1005840"/>
          </a:xfrm>
          <a:prstGeom prst="rect">
            <a:avLst/>
          </a:prstGeom>
          <a:noFill/>
          <a:ln/>
        </p:spPr>
        <p:txBody>
          <a:bodyPr wrap="square" rtlCol="0" anchor="ctr"/>
          <a:lstStyle/>
          <a:p>
            <a:pPr indent="0" marL="0">
              <a:lnSpc>
                <a:spcPct val="140000"/>
              </a:lnSpc>
              <a:buNone/>
            </a:pPr>
            <a:r>
              <a:rPr lang="en-US" sz="1100" dirty="0">
                <a:solidFill>
                  <a:srgbClr val="1A2F45"/>
                </a:solidFill>
              </a:rPr>
              <a:t>First page loaded is first replaced.</a:t>
            </a:r>
            <a:endParaRPr lang="en-US" sz="1100" dirty="0"/>
          </a:p>
          <a:p>
            <a:pPr indent="0" marL="0">
              <a:lnSpc>
                <a:spcPct val="140000"/>
              </a:lnSpc>
              <a:buNone/>
            </a:pPr>
            <a:r>
              <a:rPr lang="en-US" sz="1100" dirty="0">
                <a:solidFill>
                  <a:srgbClr val="1A2F45"/>
                </a:solidFill>
              </a:rPr>
              <a:t>Simple to implement but ignores recency.</a:t>
            </a:r>
            <a:endParaRPr lang="en-US" sz="1100" dirty="0"/>
          </a:p>
          <a:p>
            <a:pPr indent="0" marL="0">
              <a:lnSpc>
                <a:spcPct val="140000"/>
              </a:lnSpc>
              <a:buNone/>
            </a:pPr>
            <a:r>
              <a:rPr lang="en-US" sz="1100" dirty="0">
                <a:solidFill>
                  <a:srgbClr val="1A2F45"/>
                </a:solidFill>
              </a:rPr>
              <a:t>Suffers from Bélády's anomaly.</a:t>
            </a:r>
            <a:endParaRPr lang="en-US" sz="1100" dirty="0"/>
          </a:p>
        </p:txBody>
      </p:sp>
      <p:sp>
        <p:nvSpPr>
          <p:cNvPr id="10" name="Shape 8"/>
          <p:cNvSpPr/>
          <p:nvPr/>
        </p:nvSpPr>
        <p:spPr>
          <a:xfrm>
            <a:off x="4846320" y="1051560"/>
            <a:ext cx="3931920" cy="25603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1" name="Shape 9"/>
          <p:cNvSpPr/>
          <p:nvPr/>
        </p:nvSpPr>
        <p:spPr>
          <a:xfrm>
            <a:off x="4846320" y="1051560"/>
            <a:ext cx="3931920" cy="457200"/>
          </a:xfrm>
          <a:prstGeom prst="rect">
            <a:avLst/>
          </a:prstGeom>
          <a:solidFill>
            <a:srgbClr val="2E7D32"/>
          </a:solidFill>
          <a:ln/>
        </p:spPr>
      </p:sp>
      <p:sp>
        <p:nvSpPr>
          <p:cNvPr id="12" name="Text 10"/>
          <p:cNvSpPr/>
          <p:nvPr/>
        </p:nvSpPr>
        <p:spPr>
          <a:xfrm>
            <a:off x="4846320" y="1051560"/>
            <a:ext cx="3931920" cy="457200"/>
          </a:xfrm>
          <a:prstGeom prst="rect">
            <a:avLst/>
          </a:prstGeom>
          <a:noFill/>
          <a:ln/>
        </p:spPr>
        <p:txBody>
          <a:bodyPr wrap="square" rtlCol="0" anchor="ctr"/>
          <a:lstStyle/>
          <a:p>
            <a:pPr algn="ctr" indent="0" marL="0">
              <a:buNone/>
            </a:pPr>
            <a:r>
              <a:rPr lang="en-US" sz="1800" b="1" dirty="0">
                <a:solidFill>
                  <a:srgbClr val="FFFFFF"/>
                </a:solidFill>
              </a:rPr>
              <a:t>LRU</a:t>
            </a:r>
            <a:endParaRPr lang="en-US" sz="1800" dirty="0"/>
          </a:p>
        </p:txBody>
      </p:sp>
      <p:sp>
        <p:nvSpPr>
          <p:cNvPr id="13" name="Text 11"/>
          <p:cNvSpPr/>
          <p:nvPr/>
        </p:nvSpPr>
        <p:spPr>
          <a:xfrm>
            <a:off x="5029200" y="1600200"/>
            <a:ext cx="3566160" cy="274320"/>
          </a:xfrm>
          <a:prstGeom prst="rect">
            <a:avLst/>
          </a:prstGeom>
          <a:noFill/>
          <a:ln/>
        </p:spPr>
        <p:txBody>
          <a:bodyPr wrap="square" rtlCol="0" anchor="ctr"/>
          <a:lstStyle/>
          <a:p>
            <a:pPr algn="ctr" indent="0" marL="0">
              <a:buNone/>
            </a:pPr>
            <a:r>
              <a:rPr lang="en-US" sz="1100" dirty="0">
                <a:solidFill>
                  <a:srgbClr val="8DA2B5"/>
                </a:solidFill>
              </a:rPr>
              <a:t>Page Faults</a:t>
            </a:r>
            <a:endParaRPr lang="en-US" sz="1100" dirty="0"/>
          </a:p>
        </p:txBody>
      </p:sp>
      <p:sp>
        <p:nvSpPr>
          <p:cNvPr id="14" name="Text 12"/>
          <p:cNvSpPr/>
          <p:nvPr/>
        </p:nvSpPr>
        <p:spPr>
          <a:xfrm>
            <a:off x="5029200" y="1828800"/>
            <a:ext cx="3566160" cy="502920"/>
          </a:xfrm>
          <a:prstGeom prst="rect">
            <a:avLst/>
          </a:prstGeom>
          <a:noFill/>
          <a:ln/>
        </p:spPr>
        <p:txBody>
          <a:bodyPr wrap="square" rtlCol="0" anchor="ctr"/>
          <a:lstStyle/>
          <a:p>
            <a:pPr algn="ctr" indent="0" marL="0">
              <a:buNone/>
            </a:pPr>
            <a:r>
              <a:rPr lang="en-US" sz="3000" b="1" dirty="0">
                <a:solidFill>
                  <a:srgbClr val="2E7D32"/>
                </a:solidFill>
              </a:rPr>
              <a:t>6 / 7</a:t>
            </a:r>
            <a:endParaRPr lang="en-US" sz="3000" dirty="0"/>
          </a:p>
        </p:txBody>
      </p:sp>
      <p:sp>
        <p:nvSpPr>
          <p:cNvPr id="15" name="Text 13"/>
          <p:cNvSpPr/>
          <p:nvPr/>
        </p:nvSpPr>
        <p:spPr>
          <a:xfrm>
            <a:off x="5029200" y="2423160"/>
            <a:ext cx="3566160" cy="1005840"/>
          </a:xfrm>
          <a:prstGeom prst="rect">
            <a:avLst/>
          </a:prstGeom>
          <a:noFill/>
          <a:ln/>
        </p:spPr>
        <p:txBody>
          <a:bodyPr wrap="square" rtlCol="0" anchor="ctr"/>
          <a:lstStyle/>
          <a:p>
            <a:pPr indent="0" marL="0">
              <a:lnSpc>
                <a:spcPct val="140000"/>
              </a:lnSpc>
              <a:buNone/>
            </a:pPr>
            <a:r>
              <a:rPr lang="en-US" sz="1100" dirty="0">
                <a:solidFill>
                  <a:srgbClr val="1A2F45"/>
                </a:solidFill>
              </a:rPr>
              <a:t>Least Recently Used page is replaced.</a:t>
            </a:r>
            <a:endParaRPr lang="en-US" sz="1100" dirty="0"/>
          </a:p>
          <a:p>
            <a:pPr indent="0" marL="0">
              <a:lnSpc>
                <a:spcPct val="140000"/>
              </a:lnSpc>
              <a:buNone/>
            </a:pPr>
            <a:r>
              <a:rPr lang="en-US" sz="1100" dirty="0">
                <a:solidFill>
                  <a:srgbClr val="1A2F45"/>
                </a:solidFill>
              </a:rPr>
              <a:t>More intelligent — uses access history.</a:t>
            </a:r>
            <a:endParaRPr lang="en-US" sz="1100" dirty="0"/>
          </a:p>
          <a:p>
            <a:pPr indent="0" marL="0">
              <a:lnSpc>
                <a:spcPct val="140000"/>
              </a:lnSpc>
              <a:buNone/>
            </a:pPr>
            <a:r>
              <a:rPr lang="en-US" sz="1100" dirty="0">
                <a:solidFill>
                  <a:srgbClr val="1A2F45"/>
                </a:solidFill>
              </a:rPr>
              <a:t>Generally performs better in practice.</a:t>
            </a:r>
            <a:endParaRPr lang="en-US" sz="1100" dirty="0"/>
          </a:p>
        </p:txBody>
      </p:sp>
      <p:sp>
        <p:nvSpPr>
          <p:cNvPr id="16" name="Shape 14"/>
          <p:cNvSpPr/>
          <p:nvPr/>
        </p:nvSpPr>
        <p:spPr>
          <a:xfrm>
            <a:off x="365760" y="3749040"/>
            <a:ext cx="8412480" cy="1188720"/>
          </a:xfrm>
          <a:prstGeom prst="rect">
            <a:avLst/>
          </a:prstGeom>
          <a:solidFill>
            <a:srgbClr val="E8F5E9"/>
          </a:solidFill>
          <a:ln/>
          <a:effectLst>
            <a:outerShdw sx="100000" sy="100000" kx="0" ky="0" algn="bl" rotWithShape="0" blurRad="101600" dist="38100" dir="8100000">
              <a:srgbClr val="000000">
                <a:alpha val="12000"/>
              </a:srgbClr>
            </a:outerShdw>
          </a:effectLst>
        </p:spPr>
      </p:sp>
      <p:sp>
        <p:nvSpPr>
          <p:cNvPr id="17" name="Text 15"/>
          <p:cNvSpPr/>
          <p:nvPr/>
        </p:nvSpPr>
        <p:spPr>
          <a:xfrm>
            <a:off x="548640" y="3794760"/>
            <a:ext cx="8046720" cy="274320"/>
          </a:xfrm>
          <a:prstGeom prst="rect">
            <a:avLst/>
          </a:prstGeom>
          <a:noFill/>
          <a:ln/>
        </p:spPr>
        <p:txBody>
          <a:bodyPr wrap="square" rtlCol="0" anchor="ctr"/>
          <a:lstStyle/>
          <a:p>
            <a:pPr indent="0" marL="0">
              <a:buNone/>
            </a:pPr>
            <a:r>
              <a:rPr lang="en-US" sz="1300" b="1" dirty="0">
                <a:solidFill>
                  <a:srgbClr val="2E7D32"/>
                </a:solidFill>
              </a:rPr>
              <a:t>Analysis &amp; Conclusion</a:t>
            </a:r>
            <a:endParaRPr lang="en-US" sz="1300" dirty="0"/>
          </a:p>
        </p:txBody>
      </p:sp>
      <p:sp>
        <p:nvSpPr>
          <p:cNvPr id="18" name="Text 16"/>
          <p:cNvSpPr/>
          <p:nvPr/>
        </p:nvSpPr>
        <p:spPr>
          <a:xfrm>
            <a:off x="548640" y="4069080"/>
            <a:ext cx="8046720" cy="777240"/>
          </a:xfrm>
          <a:prstGeom prst="rect">
            <a:avLst/>
          </a:prstGeom>
          <a:noFill/>
          <a:ln/>
        </p:spPr>
        <p:txBody>
          <a:bodyPr wrap="square" rtlCol="0" anchor="ctr"/>
          <a:lstStyle/>
          <a:p>
            <a:pPr indent="0" marL="0">
              <a:lnSpc>
                <a:spcPct val="130000"/>
              </a:lnSpc>
              <a:buNone/>
            </a:pPr>
            <a:r>
              <a:rPr lang="en-US" sz="1150" dirty="0">
                <a:solidFill>
                  <a:srgbClr val="1A2F45"/>
                </a:solidFill>
              </a:rPr>
              <a:t>For this specific reference string, both FIFO and LRU produce 6 page faults — tied. However, LRU is generally superior in real workloads because it leverages temporal locality (recently used pages are likely to be used again). FIFO is simpler but ignores usage patterns and can suffer from Bélády's anomaly.</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B5451B"/>
          </a:solidFill>
          <a:ln/>
        </p:spPr>
      </p:sp>
      <p:sp>
        <p:nvSpPr>
          <p:cNvPr id="3" name="Text 1"/>
          <p:cNvSpPr/>
          <p:nvPr/>
        </p:nvSpPr>
        <p:spPr>
          <a:xfrm>
            <a:off x="365760" y="0"/>
            <a:ext cx="8412480" cy="914400"/>
          </a:xfrm>
          <a:prstGeom prst="rect">
            <a:avLst/>
          </a:prstGeom>
          <a:noFill/>
          <a:ln/>
        </p:spPr>
        <p:txBody>
          <a:bodyPr wrap="square" rtlCol="0" anchor="ctr"/>
          <a:lstStyle/>
          <a:p>
            <a:pPr indent="0" marL="0">
              <a:buNone/>
            </a:pPr>
            <a:r>
              <a:rPr lang="en-US" sz="2200" b="1" dirty="0">
                <a:solidFill>
                  <a:srgbClr val="FFFFFF"/>
                </a:solidFill>
              </a:rPr>
              <a:t>PART 4  ·  Disk Scheduling — FCFS</a:t>
            </a:r>
            <a:endParaRPr lang="en-US" sz="2200" dirty="0"/>
          </a:p>
        </p:txBody>
      </p:sp>
      <p:sp>
        <p:nvSpPr>
          <p:cNvPr id="4" name="Text 2"/>
          <p:cNvSpPr/>
          <p:nvPr/>
        </p:nvSpPr>
        <p:spPr>
          <a:xfrm>
            <a:off x="365760" y="960120"/>
            <a:ext cx="8412480" cy="320040"/>
          </a:xfrm>
          <a:prstGeom prst="rect">
            <a:avLst/>
          </a:prstGeom>
          <a:noFill/>
          <a:ln/>
        </p:spPr>
        <p:txBody>
          <a:bodyPr wrap="square" rtlCol="0" anchor="ctr"/>
          <a:lstStyle/>
          <a:p>
            <a:pPr indent="0" marL="0">
              <a:buNone/>
            </a:pPr>
            <a:r>
              <a:rPr lang="en-US" sz="1300" b="1" dirty="0">
                <a:solidFill>
                  <a:srgbClr val="1A2F45"/>
                </a:solidFill>
              </a:rPr>
              <a:t>Head starts at 53  ·  Requests: 98, 183, 37, 122, 14, 124, 65, 67</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1325880"/>
          <a:ext cx="4114800" cy="3566160"/>
        </p:xfrm>
        <a:graphic>
          <a:graphicData uri="http://schemas.openxmlformats.org/drawingml/2006/table">
            <a:tbl>
              <a:tblPr/>
              <a:tblGrid>
                <a:gridCol w="1371600"/>
                <a:gridCol w="1371600"/>
                <a:gridCol w="1371600"/>
              </a:tblGrid>
              <a:tr h="356616">
                <a:tc>
                  <a:txBody>
                    <a:bodyPr/>
                    <a:lstStyle/>
                    <a:p>
                      <a:pPr algn="ctr" indent="0" marL="0">
                        <a:buNone/>
                      </a:pPr>
                      <a:r>
                        <a:rPr lang="en-US" sz="1200" b="1" dirty="0">
                          <a:solidFill>
                            <a:srgbClr val="FFFFFF"/>
                          </a:solidFill>
                        </a:rPr>
                        <a:t>From</a:t>
                      </a:r>
                      <a:endParaRPr lang="en-US" sz="1200" dirty="0"/>
                    </a:p>
                  </a:txBody>
                  <a:tcPr marL="91440" marR="91440" marT="45720" marB="45720">
                    <a:lnL w="12700" cap="flat" cmpd="sng" algn="ctr">
                      <a:solidFill>
                        <a:srgbClr val="FFCCCC"/>
                      </a:solidFill>
                      <a:prstDash val="solid"/>
                      <a:round/>
                      <a:headEnd type="none" w="med" len="med"/>
                      <a:tailEnd type="none" w="med" len="med"/>
                    </a:lnL>
                    <a:lnR w="12700" cap="flat" cmpd="sng" algn="ctr">
                      <a:solidFill>
                        <a:srgbClr val="FFCCCC"/>
                      </a:solidFill>
                      <a:prstDash val="solid"/>
                      <a:round/>
                      <a:headEnd type="none" w="med" len="med"/>
                      <a:tailEnd type="none" w="med" len="med"/>
                    </a:lnR>
                    <a:lnT w="12700" cap="flat" cmpd="sng" algn="ctr">
                      <a:solidFill>
                        <a:srgbClr val="FFCCCC"/>
                      </a:solidFill>
                      <a:prstDash val="solid"/>
                      <a:round/>
                      <a:headEnd type="none" w="med" len="med"/>
                      <a:tailEnd type="none" w="med" len="med"/>
                    </a:lnT>
                    <a:lnB w="12700" cap="flat" cmpd="sng" algn="ctr">
                      <a:solidFill>
                        <a:srgbClr val="FFCCCC"/>
                      </a:solidFill>
                      <a:prstDash val="solid"/>
                      <a:round/>
                      <a:headEnd type="none" w="med" len="med"/>
                      <a:tailEnd type="none" w="med" len="med"/>
                    </a:lnB>
                    <a:solidFill>
                      <a:srgbClr val="B5451B"/>
                    </a:solidFill>
                  </a:tcPr>
                </a:tc>
                <a:tc>
                  <a:txBody>
                    <a:bodyPr/>
                    <a:lstStyle/>
                    <a:p>
                      <a:pPr algn="ctr" indent="0" marL="0">
                        <a:buNone/>
                      </a:pPr>
                      <a:r>
                        <a:rPr lang="en-US" sz="1200" b="1" dirty="0">
                          <a:solidFill>
                            <a:srgbClr val="FFFFFF"/>
                          </a:solidFill>
                        </a:rPr>
                        <a:t>To</a:t>
                      </a:r>
                      <a:endParaRPr lang="en-US" sz="1200" dirty="0"/>
                    </a:p>
                  </a:txBody>
                  <a:tcPr marL="91440" marR="91440" marT="45720" marB="45720">
                    <a:lnL w="12700" cap="flat" cmpd="sng" algn="ctr">
                      <a:solidFill>
                        <a:srgbClr val="FFCCCC"/>
                      </a:solidFill>
                      <a:prstDash val="solid"/>
                      <a:round/>
                      <a:headEnd type="none" w="med" len="med"/>
                      <a:tailEnd type="none" w="med" len="med"/>
                    </a:lnL>
                    <a:lnR w="12700" cap="flat" cmpd="sng" algn="ctr">
                      <a:solidFill>
                        <a:srgbClr val="FFCCCC"/>
                      </a:solidFill>
                      <a:prstDash val="solid"/>
                      <a:round/>
                      <a:headEnd type="none" w="med" len="med"/>
                      <a:tailEnd type="none" w="med" len="med"/>
                    </a:lnR>
                    <a:lnT w="12700" cap="flat" cmpd="sng" algn="ctr">
                      <a:solidFill>
                        <a:srgbClr val="FFCCCC"/>
                      </a:solidFill>
                      <a:prstDash val="solid"/>
                      <a:round/>
                      <a:headEnd type="none" w="med" len="med"/>
                      <a:tailEnd type="none" w="med" len="med"/>
                    </a:lnT>
                    <a:lnB w="12700" cap="flat" cmpd="sng" algn="ctr">
                      <a:solidFill>
                        <a:srgbClr val="FFCCCC"/>
                      </a:solidFill>
                      <a:prstDash val="solid"/>
                      <a:round/>
                      <a:headEnd type="none" w="med" len="med"/>
                      <a:tailEnd type="none" w="med" len="med"/>
                    </a:lnB>
                    <a:solidFill>
                      <a:srgbClr val="B5451B"/>
                    </a:solidFill>
                  </a:tcPr>
                </a:tc>
                <a:tc>
                  <a:txBody>
                    <a:bodyPr/>
                    <a:lstStyle/>
                    <a:p>
                      <a:pPr algn="ctr" indent="0" marL="0">
                        <a:buNone/>
                      </a:pPr>
                      <a:r>
                        <a:rPr lang="en-US" sz="1200" b="1" dirty="0">
                          <a:solidFill>
                            <a:srgbClr val="FFFFFF"/>
                          </a:solidFill>
                        </a:rPr>
                        <a:t>Movement</a:t>
                      </a:r>
                      <a:endParaRPr lang="en-US" sz="1200" dirty="0"/>
                    </a:p>
                  </a:txBody>
                  <a:tcPr marL="91440" marR="91440" marT="45720" marB="45720">
                    <a:lnL w="12700" cap="flat" cmpd="sng" algn="ctr">
                      <a:solidFill>
                        <a:srgbClr val="FFCCCC"/>
                      </a:solidFill>
                      <a:prstDash val="solid"/>
                      <a:round/>
                      <a:headEnd type="none" w="med" len="med"/>
                      <a:tailEnd type="none" w="med" len="med"/>
                    </a:lnL>
                    <a:lnR w="12700" cap="flat" cmpd="sng" algn="ctr">
                      <a:solidFill>
                        <a:srgbClr val="FFCCCC"/>
                      </a:solidFill>
                      <a:prstDash val="solid"/>
                      <a:round/>
                      <a:headEnd type="none" w="med" len="med"/>
                      <a:tailEnd type="none" w="med" len="med"/>
                    </a:lnR>
                    <a:lnT w="12700" cap="flat" cmpd="sng" algn="ctr">
                      <a:solidFill>
                        <a:srgbClr val="FFCCCC"/>
                      </a:solidFill>
                      <a:prstDash val="solid"/>
                      <a:round/>
                      <a:headEnd type="none" w="med" len="med"/>
                      <a:tailEnd type="none" w="med" len="med"/>
                    </a:lnT>
                    <a:lnB w="12700" cap="flat" cmpd="sng" algn="ctr">
                      <a:solidFill>
                        <a:srgbClr val="FFCCCC"/>
                      </a:solidFill>
                      <a:prstDash val="solid"/>
                      <a:round/>
                      <a:headEnd type="none" w="med" len="med"/>
                      <a:tailEnd type="none" w="med" len="med"/>
                    </a:lnB>
                    <a:solidFill>
                      <a:srgbClr val="B5451B"/>
                    </a:solidFill>
                  </a:tcPr>
                </a:tc>
              </a:tr>
              <a:tr h="356616">
                <a:tc>
                  <a:txBody>
                    <a:bodyPr/>
                    <a:lstStyle/>
                    <a:p>
                      <a:pPr algn="ctr" indent="0" marL="0">
                        <a:buNone/>
                      </a:pPr>
                      <a:r>
                        <a:rPr lang="en-US" sz="1200" dirty="0">
                          <a:solidFill>
                            <a:srgbClr val="000000"/>
                          </a:solidFill>
                        </a:rPr>
                        <a:t>53</a:t>
                      </a:r>
                      <a:endParaRPr lang="en-US" sz="1200" dirty="0"/>
                    </a:p>
                  </a:txBody>
                  <a:tcPr marL="91440" marR="91440" marT="45720" marB="45720">
                    <a:lnL w="12700" cap="flat" cmpd="sng" algn="ctr">
                      <a:solidFill>
                        <a:srgbClr val="FFCCCC"/>
                      </a:solidFill>
                      <a:prstDash val="solid"/>
                      <a:round/>
                      <a:headEnd type="none" w="med" len="med"/>
                      <a:tailEnd type="none" w="med" len="med"/>
                    </a:lnL>
                    <a:lnR w="12700" cap="flat" cmpd="sng" algn="ctr">
                      <a:solidFill>
                        <a:srgbClr val="FFCCCC"/>
                      </a:solidFill>
                      <a:prstDash val="solid"/>
                      <a:round/>
                      <a:headEnd type="none" w="med" len="med"/>
                      <a:tailEnd type="none" w="med" len="med"/>
                    </a:lnR>
                    <a:lnT w="12700" cap="flat" cmpd="sng" algn="ctr">
                      <a:solidFill>
                        <a:srgbClr val="FFCCCC"/>
                      </a:solidFill>
                      <a:prstDash val="solid"/>
                      <a:round/>
                      <a:headEnd type="none" w="med" len="med"/>
                      <a:tailEnd type="none" w="med" len="med"/>
                    </a:lnT>
                    <a:lnB w="12700" cap="flat" cmpd="sng" algn="ctr">
                      <a:solidFill>
                        <a:srgbClr val="FF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98</a:t>
                      </a:r>
                      <a:endParaRPr lang="en-US" sz="1200" dirty="0"/>
                    </a:p>
                  </a:txBody>
                  <a:tcPr marL="91440" marR="91440" marT="45720" marB="45720">
                    <a:lnL w="12700" cap="flat" cmpd="sng" algn="ctr">
                      <a:solidFill>
                        <a:srgbClr val="FFCCCC"/>
                      </a:solidFill>
                      <a:prstDash val="solid"/>
                      <a:round/>
                      <a:headEnd type="none" w="med" len="med"/>
                      <a:tailEnd type="none" w="med" len="med"/>
                    </a:lnL>
                    <a:lnR w="12700" cap="flat" cmpd="sng" algn="ctr">
                      <a:solidFill>
                        <a:srgbClr val="FFCCCC"/>
                      </a:solidFill>
                      <a:prstDash val="solid"/>
                      <a:round/>
                      <a:headEnd type="none" w="med" len="med"/>
                      <a:tailEnd type="none" w="med" len="med"/>
                    </a:lnR>
                    <a:lnT w="12700" cap="flat" cmpd="sng" algn="ctr">
                      <a:solidFill>
                        <a:srgbClr val="FFCCCC"/>
                      </a:solidFill>
                      <a:prstDash val="solid"/>
                      <a:round/>
                      <a:headEnd type="none" w="med" len="med"/>
                      <a:tailEnd type="none" w="med" len="med"/>
                    </a:lnT>
                    <a:lnB w="12700" cap="flat" cmpd="sng" algn="ctr">
                      <a:solidFill>
                        <a:srgbClr val="FF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45</a:t>
                      </a:r>
                      <a:endParaRPr lang="en-US" sz="1200" dirty="0"/>
                    </a:p>
                  </a:txBody>
                  <a:tcPr marL="91440" marR="91440" marT="45720" marB="45720">
                    <a:lnL w="12700" cap="flat" cmpd="sng" algn="ctr">
                      <a:solidFill>
                        <a:srgbClr val="FFCCCC"/>
                      </a:solidFill>
                      <a:prstDash val="solid"/>
                      <a:round/>
                      <a:headEnd type="none" w="med" len="med"/>
                      <a:tailEnd type="none" w="med" len="med"/>
                    </a:lnL>
                    <a:lnR w="12700" cap="flat" cmpd="sng" algn="ctr">
                      <a:solidFill>
                        <a:srgbClr val="FFCCCC"/>
                      </a:solidFill>
                      <a:prstDash val="solid"/>
                      <a:round/>
                      <a:headEnd type="none" w="med" len="med"/>
                      <a:tailEnd type="none" w="med" len="med"/>
                    </a:lnR>
                    <a:lnT w="12700" cap="flat" cmpd="sng" algn="ctr">
                      <a:solidFill>
                        <a:srgbClr val="FFCCCC"/>
                      </a:solidFill>
                      <a:prstDash val="solid"/>
                      <a:round/>
                      <a:headEnd type="none" w="med" len="med"/>
                      <a:tailEnd type="none" w="med" len="med"/>
                    </a:lnT>
                    <a:lnB w="12700" cap="flat" cmpd="sng" algn="ctr">
                      <a:solidFill>
                        <a:srgbClr val="FFCCCC"/>
                      </a:solidFill>
                      <a:prstDash val="solid"/>
                      <a:round/>
                      <a:headEnd type="none" w="med" len="med"/>
                      <a:tailEnd type="none" w="med" len="med"/>
                    </a:lnB>
                    <a:solidFill>
                      <a:srgbClr val="FFFFFF"/>
                    </a:solidFill>
                  </a:tcPr>
                </a:tc>
              </a:tr>
              <a:tr h="356616">
                <a:tc>
                  <a:txBody>
                    <a:bodyPr/>
                    <a:lstStyle/>
                    <a:p>
                      <a:pPr algn="ctr" indent="0" marL="0">
                        <a:buNone/>
                      </a:pPr>
                      <a:r>
                        <a:rPr lang="en-US" sz="1200" dirty="0">
                          <a:solidFill>
                            <a:srgbClr val="000000"/>
                          </a:solidFill>
                        </a:rPr>
                        <a:t>98</a:t>
                      </a:r>
                      <a:endParaRPr lang="en-US" sz="1200" dirty="0"/>
                    </a:p>
                  </a:txBody>
                  <a:tcPr marL="91440" marR="91440" marT="45720" marB="45720">
                    <a:lnL w="12700" cap="flat" cmpd="sng" algn="ctr">
                      <a:solidFill>
                        <a:srgbClr val="FFCCCC"/>
                      </a:solidFill>
                      <a:prstDash val="solid"/>
                      <a:round/>
                      <a:headEnd type="none" w="med" len="med"/>
                      <a:tailEnd type="none" w="med" len="med"/>
                    </a:lnL>
                    <a:lnR w="12700" cap="flat" cmpd="sng" algn="ctr">
                      <a:solidFill>
                        <a:srgbClr val="FFCCCC"/>
                      </a:solidFill>
                      <a:prstDash val="solid"/>
                      <a:round/>
                      <a:headEnd type="none" w="med" len="med"/>
                      <a:tailEnd type="none" w="med" len="med"/>
                    </a:lnR>
                    <a:lnT w="12700" cap="flat" cmpd="sng" algn="ctr">
                      <a:solidFill>
                        <a:srgbClr val="FFCCCC"/>
                      </a:solidFill>
                      <a:prstDash val="solid"/>
                      <a:round/>
                      <a:headEnd type="none" w="med" len="med"/>
                      <a:tailEnd type="none" w="med" len="med"/>
                    </a:lnT>
                    <a:lnB w="12700" cap="flat" cmpd="sng" algn="ctr">
                      <a:solidFill>
                        <a:srgbClr val="FF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183</a:t>
                      </a:r>
                      <a:endParaRPr lang="en-US" sz="1200" dirty="0"/>
                    </a:p>
                  </a:txBody>
                  <a:tcPr marL="91440" marR="91440" marT="45720" marB="45720">
                    <a:lnL w="12700" cap="flat" cmpd="sng" algn="ctr">
                      <a:solidFill>
                        <a:srgbClr val="FFCCCC"/>
                      </a:solidFill>
                      <a:prstDash val="solid"/>
                      <a:round/>
                      <a:headEnd type="none" w="med" len="med"/>
                      <a:tailEnd type="none" w="med" len="med"/>
                    </a:lnL>
                    <a:lnR w="12700" cap="flat" cmpd="sng" algn="ctr">
                      <a:solidFill>
                        <a:srgbClr val="FFCCCC"/>
                      </a:solidFill>
                      <a:prstDash val="solid"/>
                      <a:round/>
                      <a:headEnd type="none" w="med" len="med"/>
                      <a:tailEnd type="none" w="med" len="med"/>
                    </a:lnR>
                    <a:lnT w="12700" cap="flat" cmpd="sng" algn="ctr">
                      <a:solidFill>
                        <a:srgbClr val="FFCCCC"/>
                      </a:solidFill>
                      <a:prstDash val="solid"/>
                      <a:round/>
                      <a:headEnd type="none" w="med" len="med"/>
                      <a:tailEnd type="none" w="med" len="med"/>
                    </a:lnT>
                    <a:lnB w="12700" cap="flat" cmpd="sng" algn="ctr">
                      <a:solidFill>
                        <a:srgbClr val="FF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85</a:t>
                      </a:r>
                      <a:endParaRPr lang="en-US" sz="1200" dirty="0"/>
                    </a:p>
                  </a:txBody>
                  <a:tcPr marL="91440" marR="91440" marT="45720" marB="45720">
                    <a:lnL w="12700" cap="flat" cmpd="sng" algn="ctr">
                      <a:solidFill>
                        <a:srgbClr val="FFCCCC"/>
                      </a:solidFill>
                      <a:prstDash val="solid"/>
                      <a:round/>
                      <a:headEnd type="none" w="med" len="med"/>
                      <a:tailEnd type="none" w="med" len="med"/>
                    </a:lnL>
                    <a:lnR w="12700" cap="flat" cmpd="sng" algn="ctr">
                      <a:solidFill>
                        <a:srgbClr val="FFCCCC"/>
                      </a:solidFill>
                      <a:prstDash val="solid"/>
                      <a:round/>
                      <a:headEnd type="none" w="med" len="med"/>
                      <a:tailEnd type="none" w="med" len="med"/>
                    </a:lnR>
                    <a:lnT w="12700" cap="flat" cmpd="sng" algn="ctr">
                      <a:solidFill>
                        <a:srgbClr val="FFCCCC"/>
                      </a:solidFill>
                      <a:prstDash val="solid"/>
                      <a:round/>
                      <a:headEnd type="none" w="med" len="med"/>
                      <a:tailEnd type="none" w="med" len="med"/>
                    </a:lnT>
                    <a:lnB w="12700" cap="flat" cmpd="sng" algn="ctr">
                      <a:solidFill>
                        <a:srgbClr val="FFCCCC"/>
                      </a:solidFill>
                      <a:prstDash val="solid"/>
                      <a:round/>
                      <a:headEnd type="none" w="med" len="med"/>
                      <a:tailEnd type="none" w="med" len="med"/>
                    </a:lnB>
                    <a:solidFill>
                      <a:srgbClr val="FFFFFF"/>
                    </a:solidFill>
                  </a:tcPr>
                </a:tc>
              </a:tr>
              <a:tr h="356616">
                <a:tc>
                  <a:txBody>
                    <a:bodyPr/>
                    <a:lstStyle/>
                    <a:p>
                      <a:pPr algn="ctr" indent="0" marL="0">
                        <a:buNone/>
                      </a:pPr>
                      <a:r>
                        <a:rPr lang="en-US" sz="1200" dirty="0">
                          <a:solidFill>
                            <a:srgbClr val="000000"/>
                          </a:solidFill>
                        </a:rPr>
                        <a:t>183</a:t>
                      </a:r>
                      <a:endParaRPr lang="en-US" sz="1200" dirty="0"/>
                    </a:p>
                  </a:txBody>
                  <a:tcPr marL="91440" marR="91440" marT="45720" marB="45720">
                    <a:lnL w="12700" cap="flat" cmpd="sng" algn="ctr">
                      <a:solidFill>
                        <a:srgbClr val="FFCCCC"/>
                      </a:solidFill>
                      <a:prstDash val="solid"/>
                      <a:round/>
                      <a:headEnd type="none" w="med" len="med"/>
                      <a:tailEnd type="none" w="med" len="med"/>
                    </a:lnL>
                    <a:lnR w="12700" cap="flat" cmpd="sng" algn="ctr">
                      <a:solidFill>
                        <a:srgbClr val="FFCCCC"/>
                      </a:solidFill>
                      <a:prstDash val="solid"/>
                      <a:round/>
                      <a:headEnd type="none" w="med" len="med"/>
                      <a:tailEnd type="none" w="med" len="med"/>
                    </a:lnR>
                    <a:lnT w="12700" cap="flat" cmpd="sng" algn="ctr">
                      <a:solidFill>
                        <a:srgbClr val="FFCCCC"/>
                      </a:solidFill>
                      <a:prstDash val="solid"/>
                      <a:round/>
                      <a:headEnd type="none" w="med" len="med"/>
                      <a:tailEnd type="none" w="med" len="med"/>
                    </a:lnT>
                    <a:lnB w="12700" cap="flat" cmpd="sng" algn="ctr">
                      <a:solidFill>
                        <a:srgbClr val="FF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37</a:t>
                      </a:r>
                      <a:endParaRPr lang="en-US" sz="1200" dirty="0"/>
                    </a:p>
                  </a:txBody>
                  <a:tcPr marL="91440" marR="91440" marT="45720" marB="45720">
                    <a:lnL w="12700" cap="flat" cmpd="sng" algn="ctr">
                      <a:solidFill>
                        <a:srgbClr val="FFCCCC"/>
                      </a:solidFill>
                      <a:prstDash val="solid"/>
                      <a:round/>
                      <a:headEnd type="none" w="med" len="med"/>
                      <a:tailEnd type="none" w="med" len="med"/>
                    </a:lnL>
                    <a:lnR w="12700" cap="flat" cmpd="sng" algn="ctr">
                      <a:solidFill>
                        <a:srgbClr val="FFCCCC"/>
                      </a:solidFill>
                      <a:prstDash val="solid"/>
                      <a:round/>
                      <a:headEnd type="none" w="med" len="med"/>
                      <a:tailEnd type="none" w="med" len="med"/>
                    </a:lnR>
                    <a:lnT w="12700" cap="flat" cmpd="sng" algn="ctr">
                      <a:solidFill>
                        <a:srgbClr val="FFCCCC"/>
                      </a:solidFill>
                      <a:prstDash val="solid"/>
                      <a:round/>
                      <a:headEnd type="none" w="med" len="med"/>
                      <a:tailEnd type="none" w="med" len="med"/>
                    </a:lnT>
                    <a:lnB w="12700" cap="flat" cmpd="sng" algn="ctr">
                      <a:solidFill>
                        <a:srgbClr val="FF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146</a:t>
                      </a:r>
                      <a:endParaRPr lang="en-US" sz="1200" dirty="0"/>
                    </a:p>
                  </a:txBody>
                  <a:tcPr marL="91440" marR="91440" marT="45720" marB="45720">
                    <a:lnL w="12700" cap="flat" cmpd="sng" algn="ctr">
                      <a:solidFill>
                        <a:srgbClr val="FFCCCC"/>
                      </a:solidFill>
                      <a:prstDash val="solid"/>
                      <a:round/>
                      <a:headEnd type="none" w="med" len="med"/>
                      <a:tailEnd type="none" w="med" len="med"/>
                    </a:lnL>
                    <a:lnR w="12700" cap="flat" cmpd="sng" algn="ctr">
                      <a:solidFill>
                        <a:srgbClr val="FFCCCC"/>
                      </a:solidFill>
                      <a:prstDash val="solid"/>
                      <a:round/>
                      <a:headEnd type="none" w="med" len="med"/>
                      <a:tailEnd type="none" w="med" len="med"/>
                    </a:lnR>
                    <a:lnT w="12700" cap="flat" cmpd="sng" algn="ctr">
                      <a:solidFill>
                        <a:srgbClr val="FFCCCC"/>
                      </a:solidFill>
                      <a:prstDash val="solid"/>
                      <a:round/>
                      <a:headEnd type="none" w="med" len="med"/>
                      <a:tailEnd type="none" w="med" len="med"/>
                    </a:lnT>
                    <a:lnB w="12700" cap="flat" cmpd="sng" algn="ctr">
                      <a:solidFill>
                        <a:srgbClr val="FFCCCC"/>
                      </a:solidFill>
                      <a:prstDash val="solid"/>
                      <a:round/>
                      <a:headEnd type="none" w="med" len="med"/>
                      <a:tailEnd type="none" w="med" len="med"/>
                    </a:lnB>
                    <a:solidFill>
                      <a:srgbClr val="FFFFFF"/>
                    </a:solidFill>
                  </a:tcPr>
                </a:tc>
              </a:tr>
              <a:tr h="356616">
                <a:tc>
                  <a:txBody>
                    <a:bodyPr/>
                    <a:lstStyle/>
                    <a:p>
                      <a:pPr algn="ctr" indent="0" marL="0">
                        <a:buNone/>
                      </a:pPr>
                      <a:r>
                        <a:rPr lang="en-US" sz="1200" dirty="0">
                          <a:solidFill>
                            <a:srgbClr val="000000"/>
                          </a:solidFill>
                        </a:rPr>
                        <a:t>37</a:t>
                      </a:r>
                      <a:endParaRPr lang="en-US" sz="1200" dirty="0"/>
                    </a:p>
                  </a:txBody>
                  <a:tcPr marL="91440" marR="91440" marT="45720" marB="45720">
                    <a:lnL w="12700" cap="flat" cmpd="sng" algn="ctr">
                      <a:solidFill>
                        <a:srgbClr val="FFCCCC"/>
                      </a:solidFill>
                      <a:prstDash val="solid"/>
                      <a:round/>
                      <a:headEnd type="none" w="med" len="med"/>
                      <a:tailEnd type="none" w="med" len="med"/>
                    </a:lnL>
                    <a:lnR w="12700" cap="flat" cmpd="sng" algn="ctr">
                      <a:solidFill>
                        <a:srgbClr val="FFCCCC"/>
                      </a:solidFill>
                      <a:prstDash val="solid"/>
                      <a:round/>
                      <a:headEnd type="none" w="med" len="med"/>
                      <a:tailEnd type="none" w="med" len="med"/>
                    </a:lnR>
                    <a:lnT w="12700" cap="flat" cmpd="sng" algn="ctr">
                      <a:solidFill>
                        <a:srgbClr val="FFCCCC"/>
                      </a:solidFill>
                      <a:prstDash val="solid"/>
                      <a:round/>
                      <a:headEnd type="none" w="med" len="med"/>
                      <a:tailEnd type="none" w="med" len="med"/>
                    </a:lnT>
                    <a:lnB w="12700" cap="flat" cmpd="sng" algn="ctr">
                      <a:solidFill>
                        <a:srgbClr val="FF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122</a:t>
                      </a:r>
                      <a:endParaRPr lang="en-US" sz="1200" dirty="0"/>
                    </a:p>
                  </a:txBody>
                  <a:tcPr marL="91440" marR="91440" marT="45720" marB="45720">
                    <a:lnL w="12700" cap="flat" cmpd="sng" algn="ctr">
                      <a:solidFill>
                        <a:srgbClr val="FFCCCC"/>
                      </a:solidFill>
                      <a:prstDash val="solid"/>
                      <a:round/>
                      <a:headEnd type="none" w="med" len="med"/>
                      <a:tailEnd type="none" w="med" len="med"/>
                    </a:lnL>
                    <a:lnR w="12700" cap="flat" cmpd="sng" algn="ctr">
                      <a:solidFill>
                        <a:srgbClr val="FFCCCC"/>
                      </a:solidFill>
                      <a:prstDash val="solid"/>
                      <a:round/>
                      <a:headEnd type="none" w="med" len="med"/>
                      <a:tailEnd type="none" w="med" len="med"/>
                    </a:lnR>
                    <a:lnT w="12700" cap="flat" cmpd="sng" algn="ctr">
                      <a:solidFill>
                        <a:srgbClr val="FFCCCC"/>
                      </a:solidFill>
                      <a:prstDash val="solid"/>
                      <a:round/>
                      <a:headEnd type="none" w="med" len="med"/>
                      <a:tailEnd type="none" w="med" len="med"/>
                    </a:lnT>
                    <a:lnB w="12700" cap="flat" cmpd="sng" algn="ctr">
                      <a:solidFill>
                        <a:srgbClr val="FF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85</a:t>
                      </a:r>
                      <a:endParaRPr lang="en-US" sz="1200" dirty="0"/>
                    </a:p>
                  </a:txBody>
                  <a:tcPr marL="91440" marR="91440" marT="45720" marB="45720">
                    <a:lnL w="12700" cap="flat" cmpd="sng" algn="ctr">
                      <a:solidFill>
                        <a:srgbClr val="FFCCCC"/>
                      </a:solidFill>
                      <a:prstDash val="solid"/>
                      <a:round/>
                      <a:headEnd type="none" w="med" len="med"/>
                      <a:tailEnd type="none" w="med" len="med"/>
                    </a:lnL>
                    <a:lnR w="12700" cap="flat" cmpd="sng" algn="ctr">
                      <a:solidFill>
                        <a:srgbClr val="FFCCCC"/>
                      </a:solidFill>
                      <a:prstDash val="solid"/>
                      <a:round/>
                      <a:headEnd type="none" w="med" len="med"/>
                      <a:tailEnd type="none" w="med" len="med"/>
                    </a:lnR>
                    <a:lnT w="12700" cap="flat" cmpd="sng" algn="ctr">
                      <a:solidFill>
                        <a:srgbClr val="FFCCCC"/>
                      </a:solidFill>
                      <a:prstDash val="solid"/>
                      <a:round/>
                      <a:headEnd type="none" w="med" len="med"/>
                      <a:tailEnd type="none" w="med" len="med"/>
                    </a:lnT>
                    <a:lnB w="12700" cap="flat" cmpd="sng" algn="ctr">
                      <a:solidFill>
                        <a:srgbClr val="FFCCCC"/>
                      </a:solidFill>
                      <a:prstDash val="solid"/>
                      <a:round/>
                      <a:headEnd type="none" w="med" len="med"/>
                      <a:tailEnd type="none" w="med" len="med"/>
                    </a:lnB>
                    <a:solidFill>
                      <a:srgbClr val="FFFFFF"/>
                    </a:solidFill>
                  </a:tcPr>
                </a:tc>
              </a:tr>
              <a:tr h="356616">
                <a:tc>
                  <a:txBody>
                    <a:bodyPr/>
                    <a:lstStyle/>
                    <a:p>
                      <a:pPr algn="ctr" indent="0" marL="0">
                        <a:buNone/>
                      </a:pPr>
                      <a:r>
                        <a:rPr lang="en-US" sz="1200" dirty="0">
                          <a:solidFill>
                            <a:srgbClr val="000000"/>
                          </a:solidFill>
                        </a:rPr>
                        <a:t>122</a:t>
                      </a:r>
                      <a:endParaRPr lang="en-US" sz="1200" dirty="0"/>
                    </a:p>
                  </a:txBody>
                  <a:tcPr marL="91440" marR="91440" marT="45720" marB="45720">
                    <a:lnL w="12700" cap="flat" cmpd="sng" algn="ctr">
                      <a:solidFill>
                        <a:srgbClr val="FFCCCC"/>
                      </a:solidFill>
                      <a:prstDash val="solid"/>
                      <a:round/>
                      <a:headEnd type="none" w="med" len="med"/>
                      <a:tailEnd type="none" w="med" len="med"/>
                    </a:lnL>
                    <a:lnR w="12700" cap="flat" cmpd="sng" algn="ctr">
                      <a:solidFill>
                        <a:srgbClr val="FFCCCC"/>
                      </a:solidFill>
                      <a:prstDash val="solid"/>
                      <a:round/>
                      <a:headEnd type="none" w="med" len="med"/>
                      <a:tailEnd type="none" w="med" len="med"/>
                    </a:lnR>
                    <a:lnT w="12700" cap="flat" cmpd="sng" algn="ctr">
                      <a:solidFill>
                        <a:srgbClr val="FFCCCC"/>
                      </a:solidFill>
                      <a:prstDash val="solid"/>
                      <a:round/>
                      <a:headEnd type="none" w="med" len="med"/>
                      <a:tailEnd type="none" w="med" len="med"/>
                    </a:lnT>
                    <a:lnB w="12700" cap="flat" cmpd="sng" algn="ctr">
                      <a:solidFill>
                        <a:srgbClr val="FF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14</a:t>
                      </a:r>
                      <a:endParaRPr lang="en-US" sz="1200" dirty="0"/>
                    </a:p>
                  </a:txBody>
                  <a:tcPr marL="91440" marR="91440" marT="45720" marB="45720">
                    <a:lnL w="12700" cap="flat" cmpd="sng" algn="ctr">
                      <a:solidFill>
                        <a:srgbClr val="FFCCCC"/>
                      </a:solidFill>
                      <a:prstDash val="solid"/>
                      <a:round/>
                      <a:headEnd type="none" w="med" len="med"/>
                      <a:tailEnd type="none" w="med" len="med"/>
                    </a:lnL>
                    <a:lnR w="12700" cap="flat" cmpd="sng" algn="ctr">
                      <a:solidFill>
                        <a:srgbClr val="FFCCCC"/>
                      </a:solidFill>
                      <a:prstDash val="solid"/>
                      <a:round/>
                      <a:headEnd type="none" w="med" len="med"/>
                      <a:tailEnd type="none" w="med" len="med"/>
                    </a:lnR>
                    <a:lnT w="12700" cap="flat" cmpd="sng" algn="ctr">
                      <a:solidFill>
                        <a:srgbClr val="FFCCCC"/>
                      </a:solidFill>
                      <a:prstDash val="solid"/>
                      <a:round/>
                      <a:headEnd type="none" w="med" len="med"/>
                      <a:tailEnd type="none" w="med" len="med"/>
                    </a:lnT>
                    <a:lnB w="12700" cap="flat" cmpd="sng" algn="ctr">
                      <a:solidFill>
                        <a:srgbClr val="FF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108</a:t>
                      </a:r>
                      <a:endParaRPr lang="en-US" sz="1200" dirty="0"/>
                    </a:p>
                  </a:txBody>
                  <a:tcPr marL="91440" marR="91440" marT="45720" marB="45720">
                    <a:lnL w="12700" cap="flat" cmpd="sng" algn="ctr">
                      <a:solidFill>
                        <a:srgbClr val="FFCCCC"/>
                      </a:solidFill>
                      <a:prstDash val="solid"/>
                      <a:round/>
                      <a:headEnd type="none" w="med" len="med"/>
                      <a:tailEnd type="none" w="med" len="med"/>
                    </a:lnL>
                    <a:lnR w="12700" cap="flat" cmpd="sng" algn="ctr">
                      <a:solidFill>
                        <a:srgbClr val="FFCCCC"/>
                      </a:solidFill>
                      <a:prstDash val="solid"/>
                      <a:round/>
                      <a:headEnd type="none" w="med" len="med"/>
                      <a:tailEnd type="none" w="med" len="med"/>
                    </a:lnR>
                    <a:lnT w="12700" cap="flat" cmpd="sng" algn="ctr">
                      <a:solidFill>
                        <a:srgbClr val="FFCCCC"/>
                      </a:solidFill>
                      <a:prstDash val="solid"/>
                      <a:round/>
                      <a:headEnd type="none" w="med" len="med"/>
                      <a:tailEnd type="none" w="med" len="med"/>
                    </a:lnT>
                    <a:lnB w="12700" cap="flat" cmpd="sng" algn="ctr">
                      <a:solidFill>
                        <a:srgbClr val="FFCCCC"/>
                      </a:solidFill>
                      <a:prstDash val="solid"/>
                      <a:round/>
                      <a:headEnd type="none" w="med" len="med"/>
                      <a:tailEnd type="none" w="med" len="med"/>
                    </a:lnB>
                    <a:solidFill>
                      <a:srgbClr val="FFFFFF"/>
                    </a:solidFill>
                  </a:tcPr>
                </a:tc>
              </a:tr>
              <a:tr h="356616">
                <a:tc>
                  <a:txBody>
                    <a:bodyPr/>
                    <a:lstStyle/>
                    <a:p>
                      <a:pPr algn="ctr" indent="0" marL="0">
                        <a:buNone/>
                      </a:pPr>
                      <a:r>
                        <a:rPr lang="en-US" sz="1200" dirty="0">
                          <a:solidFill>
                            <a:srgbClr val="000000"/>
                          </a:solidFill>
                        </a:rPr>
                        <a:t>14</a:t>
                      </a:r>
                      <a:endParaRPr lang="en-US" sz="1200" dirty="0"/>
                    </a:p>
                  </a:txBody>
                  <a:tcPr marL="91440" marR="91440" marT="45720" marB="45720">
                    <a:lnL w="12700" cap="flat" cmpd="sng" algn="ctr">
                      <a:solidFill>
                        <a:srgbClr val="FFCCCC"/>
                      </a:solidFill>
                      <a:prstDash val="solid"/>
                      <a:round/>
                      <a:headEnd type="none" w="med" len="med"/>
                      <a:tailEnd type="none" w="med" len="med"/>
                    </a:lnL>
                    <a:lnR w="12700" cap="flat" cmpd="sng" algn="ctr">
                      <a:solidFill>
                        <a:srgbClr val="FFCCCC"/>
                      </a:solidFill>
                      <a:prstDash val="solid"/>
                      <a:round/>
                      <a:headEnd type="none" w="med" len="med"/>
                      <a:tailEnd type="none" w="med" len="med"/>
                    </a:lnR>
                    <a:lnT w="12700" cap="flat" cmpd="sng" algn="ctr">
                      <a:solidFill>
                        <a:srgbClr val="FFCCCC"/>
                      </a:solidFill>
                      <a:prstDash val="solid"/>
                      <a:round/>
                      <a:headEnd type="none" w="med" len="med"/>
                      <a:tailEnd type="none" w="med" len="med"/>
                    </a:lnT>
                    <a:lnB w="12700" cap="flat" cmpd="sng" algn="ctr">
                      <a:solidFill>
                        <a:srgbClr val="FF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124</a:t>
                      </a:r>
                      <a:endParaRPr lang="en-US" sz="1200" dirty="0"/>
                    </a:p>
                  </a:txBody>
                  <a:tcPr marL="91440" marR="91440" marT="45720" marB="45720">
                    <a:lnL w="12700" cap="flat" cmpd="sng" algn="ctr">
                      <a:solidFill>
                        <a:srgbClr val="FFCCCC"/>
                      </a:solidFill>
                      <a:prstDash val="solid"/>
                      <a:round/>
                      <a:headEnd type="none" w="med" len="med"/>
                      <a:tailEnd type="none" w="med" len="med"/>
                    </a:lnL>
                    <a:lnR w="12700" cap="flat" cmpd="sng" algn="ctr">
                      <a:solidFill>
                        <a:srgbClr val="FFCCCC"/>
                      </a:solidFill>
                      <a:prstDash val="solid"/>
                      <a:round/>
                      <a:headEnd type="none" w="med" len="med"/>
                      <a:tailEnd type="none" w="med" len="med"/>
                    </a:lnR>
                    <a:lnT w="12700" cap="flat" cmpd="sng" algn="ctr">
                      <a:solidFill>
                        <a:srgbClr val="FFCCCC"/>
                      </a:solidFill>
                      <a:prstDash val="solid"/>
                      <a:round/>
                      <a:headEnd type="none" w="med" len="med"/>
                      <a:tailEnd type="none" w="med" len="med"/>
                    </a:lnT>
                    <a:lnB w="12700" cap="flat" cmpd="sng" algn="ctr">
                      <a:solidFill>
                        <a:srgbClr val="FF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110</a:t>
                      </a:r>
                      <a:endParaRPr lang="en-US" sz="1200" dirty="0"/>
                    </a:p>
                  </a:txBody>
                  <a:tcPr marL="91440" marR="91440" marT="45720" marB="45720">
                    <a:lnL w="12700" cap="flat" cmpd="sng" algn="ctr">
                      <a:solidFill>
                        <a:srgbClr val="FFCCCC"/>
                      </a:solidFill>
                      <a:prstDash val="solid"/>
                      <a:round/>
                      <a:headEnd type="none" w="med" len="med"/>
                      <a:tailEnd type="none" w="med" len="med"/>
                    </a:lnL>
                    <a:lnR w="12700" cap="flat" cmpd="sng" algn="ctr">
                      <a:solidFill>
                        <a:srgbClr val="FFCCCC"/>
                      </a:solidFill>
                      <a:prstDash val="solid"/>
                      <a:round/>
                      <a:headEnd type="none" w="med" len="med"/>
                      <a:tailEnd type="none" w="med" len="med"/>
                    </a:lnR>
                    <a:lnT w="12700" cap="flat" cmpd="sng" algn="ctr">
                      <a:solidFill>
                        <a:srgbClr val="FFCCCC"/>
                      </a:solidFill>
                      <a:prstDash val="solid"/>
                      <a:round/>
                      <a:headEnd type="none" w="med" len="med"/>
                      <a:tailEnd type="none" w="med" len="med"/>
                    </a:lnT>
                    <a:lnB w="12700" cap="flat" cmpd="sng" algn="ctr">
                      <a:solidFill>
                        <a:srgbClr val="FFCCCC"/>
                      </a:solidFill>
                      <a:prstDash val="solid"/>
                      <a:round/>
                      <a:headEnd type="none" w="med" len="med"/>
                      <a:tailEnd type="none" w="med" len="med"/>
                    </a:lnB>
                    <a:solidFill>
                      <a:srgbClr val="FFFFFF"/>
                    </a:solidFill>
                  </a:tcPr>
                </a:tc>
              </a:tr>
              <a:tr h="356616">
                <a:tc>
                  <a:txBody>
                    <a:bodyPr/>
                    <a:lstStyle/>
                    <a:p>
                      <a:pPr algn="ctr" indent="0" marL="0">
                        <a:buNone/>
                      </a:pPr>
                      <a:r>
                        <a:rPr lang="en-US" sz="1200" dirty="0">
                          <a:solidFill>
                            <a:srgbClr val="000000"/>
                          </a:solidFill>
                        </a:rPr>
                        <a:t>124</a:t>
                      </a:r>
                      <a:endParaRPr lang="en-US" sz="1200" dirty="0"/>
                    </a:p>
                  </a:txBody>
                  <a:tcPr marL="91440" marR="91440" marT="45720" marB="45720">
                    <a:lnL w="12700" cap="flat" cmpd="sng" algn="ctr">
                      <a:solidFill>
                        <a:srgbClr val="FFCCCC"/>
                      </a:solidFill>
                      <a:prstDash val="solid"/>
                      <a:round/>
                      <a:headEnd type="none" w="med" len="med"/>
                      <a:tailEnd type="none" w="med" len="med"/>
                    </a:lnL>
                    <a:lnR w="12700" cap="flat" cmpd="sng" algn="ctr">
                      <a:solidFill>
                        <a:srgbClr val="FFCCCC"/>
                      </a:solidFill>
                      <a:prstDash val="solid"/>
                      <a:round/>
                      <a:headEnd type="none" w="med" len="med"/>
                      <a:tailEnd type="none" w="med" len="med"/>
                    </a:lnR>
                    <a:lnT w="12700" cap="flat" cmpd="sng" algn="ctr">
                      <a:solidFill>
                        <a:srgbClr val="FFCCCC"/>
                      </a:solidFill>
                      <a:prstDash val="solid"/>
                      <a:round/>
                      <a:headEnd type="none" w="med" len="med"/>
                      <a:tailEnd type="none" w="med" len="med"/>
                    </a:lnT>
                    <a:lnB w="12700" cap="flat" cmpd="sng" algn="ctr">
                      <a:solidFill>
                        <a:srgbClr val="FF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65</a:t>
                      </a:r>
                      <a:endParaRPr lang="en-US" sz="1200" dirty="0"/>
                    </a:p>
                  </a:txBody>
                  <a:tcPr marL="91440" marR="91440" marT="45720" marB="45720">
                    <a:lnL w="12700" cap="flat" cmpd="sng" algn="ctr">
                      <a:solidFill>
                        <a:srgbClr val="FFCCCC"/>
                      </a:solidFill>
                      <a:prstDash val="solid"/>
                      <a:round/>
                      <a:headEnd type="none" w="med" len="med"/>
                      <a:tailEnd type="none" w="med" len="med"/>
                    </a:lnL>
                    <a:lnR w="12700" cap="flat" cmpd="sng" algn="ctr">
                      <a:solidFill>
                        <a:srgbClr val="FFCCCC"/>
                      </a:solidFill>
                      <a:prstDash val="solid"/>
                      <a:round/>
                      <a:headEnd type="none" w="med" len="med"/>
                      <a:tailEnd type="none" w="med" len="med"/>
                    </a:lnR>
                    <a:lnT w="12700" cap="flat" cmpd="sng" algn="ctr">
                      <a:solidFill>
                        <a:srgbClr val="FFCCCC"/>
                      </a:solidFill>
                      <a:prstDash val="solid"/>
                      <a:round/>
                      <a:headEnd type="none" w="med" len="med"/>
                      <a:tailEnd type="none" w="med" len="med"/>
                    </a:lnT>
                    <a:lnB w="12700" cap="flat" cmpd="sng" algn="ctr">
                      <a:solidFill>
                        <a:srgbClr val="FF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59</a:t>
                      </a:r>
                      <a:endParaRPr lang="en-US" sz="1200" dirty="0"/>
                    </a:p>
                  </a:txBody>
                  <a:tcPr marL="91440" marR="91440" marT="45720" marB="45720">
                    <a:lnL w="12700" cap="flat" cmpd="sng" algn="ctr">
                      <a:solidFill>
                        <a:srgbClr val="FFCCCC"/>
                      </a:solidFill>
                      <a:prstDash val="solid"/>
                      <a:round/>
                      <a:headEnd type="none" w="med" len="med"/>
                      <a:tailEnd type="none" w="med" len="med"/>
                    </a:lnL>
                    <a:lnR w="12700" cap="flat" cmpd="sng" algn="ctr">
                      <a:solidFill>
                        <a:srgbClr val="FFCCCC"/>
                      </a:solidFill>
                      <a:prstDash val="solid"/>
                      <a:round/>
                      <a:headEnd type="none" w="med" len="med"/>
                      <a:tailEnd type="none" w="med" len="med"/>
                    </a:lnR>
                    <a:lnT w="12700" cap="flat" cmpd="sng" algn="ctr">
                      <a:solidFill>
                        <a:srgbClr val="FFCCCC"/>
                      </a:solidFill>
                      <a:prstDash val="solid"/>
                      <a:round/>
                      <a:headEnd type="none" w="med" len="med"/>
                      <a:tailEnd type="none" w="med" len="med"/>
                    </a:lnT>
                    <a:lnB w="12700" cap="flat" cmpd="sng" algn="ctr">
                      <a:solidFill>
                        <a:srgbClr val="FFCCCC"/>
                      </a:solidFill>
                      <a:prstDash val="solid"/>
                      <a:round/>
                      <a:headEnd type="none" w="med" len="med"/>
                      <a:tailEnd type="none" w="med" len="med"/>
                    </a:lnB>
                    <a:solidFill>
                      <a:srgbClr val="FFFFFF"/>
                    </a:solidFill>
                  </a:tcPr>
                </a:tc>
              </a:tr>
              <a:tr h="356616">
                <a:tc>
                  <a:txBody>
                    <a:bodyPr/>
                    <a:lstStyle/>
                    <a:p>
                      <a:pPr algn="ctr" indent="0" marL="0">
                        <a:buNone/>
                      </a:pPr>
                      <a:r>
                        <a:rPr lang="en-US" sz="1200" dirty="0">
                          <a:solidFill>
                            <a:srgbClr val="000000"/>
                          </a:solidFill>
                        </a:rPr>
                        <a:t>65</a:t>
                      </a:r>
                      <a:endParaRPr lang="en-US" sz="1200" dirty="0"/>
                    </a:p>
                  </a:txBody>
                  <a:tcPr marL="91440" marR="91440" marT="45720" marB="45720">
                    <a:lnL w="12700" cap="flat" cmpd="sng" algn="ctr">
                      <a:solidFill>
                        <a:srgbClr val="FFCCCC"/>
                      </a:solidFill>
                      <a:prstDash val="solid"/>
                      <a:round/>
                      <a:headEnd type="none" w="med" len="med"/>
                      <a:tailEnd type="none" w="med" len="med"/>
                    </a:lnL>
                    <a:lnR w="12700" cap="flat" cmpd="sng" algn="ctr">
                      <a:solidFill>
                        <a:srgbClr val="FFCCCC"/>
                      </a:solidFill>
                      <a:prstDash val="solid"/>
                      <a:round/>
                      <a:headEnd type="none" w="med" len="med"/>
                      <a:tailEnd type="none" w="med" len="med"/>
                    </a:lnR>
                    <a:lnT w="12700" cap="flat" cmpd="sng" algn="ctr">
                      <a:solidFill>
                        <a:srgbClr val="FFCCCC"/>
                      </a:solidFill>
                      <a:prstDash val="solid"/>
                      <a:round/>
                      <a:headEnd type="none" w="med" len="med"/>
                      <a:tailEnd type="none" w="med" len="med"/>
                    </a:lnT>
                    <a:lnB w="12700" cap="flat" cmpd="sng" algn="ctr">
                      <a:solidFill>
                        <a:srgbClr val="FF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67</a:t>
                      </a:r>
                      <a:endParaRPr lang="en-US" sz="1200" dirty="0"/>
                    </a:p>
                  </a:txBody>
                  <a:tcPr marL="91440" marR="91440" marT="45720" marB="45720">
                    <a:lnL w="12700" cap="flat" cmpd="sng" algn="ctr">
                      <a:solidFill>
                        <a:srgbClr val="FFCCCC"/>
                      </a:solidFill>
                      <a:prstDash val="solid"/>
                      <a:round/>
                      <a:headEnd type="none" w="med" len="med"/>
                      <a:tailEnd type="none" w="med" len="med"/>
                    </a:lnL>
                    <a:lnR w="12700" cap="flat" cmpd="sng" algn="ctr">
                      <a:solidFill>
                        <a:srgbClr val="FFCCCC"/>
                      </a:solidFill>
                      <a:prstDash val="solid"/>
                      <a:round/>
                      <a:headEnd type="none" w="med" len="med"/>
                      <a:tailEnd type="none" w="med" len="med"/>
                    </a:lnR>
                    <a:lnT w="12700" cap="flat" cmpd="sng" algn="ctr">
                      <a:solidFill>
                        <a:srgbClr val="FFCCCC"/>
                      </a:solidFill>
                      <a:prstDash val="solid"/>
                      <a:round/>
                      <a:headEnd type="none" w="med" len="med"/>
                      <a:tailEnd type="none" w="med" len="med"/>
                    </a:lnT>
                    <a:lnB w="12700" cap="flat" cmpd="sng" algn="ctr">
                      <a:solidFill>
                        <a:srgbClr val="FF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2</a:t>
                      </a:r>
                      <a:endParaRPr lang="en-US" sz="1200" dirty="0"/>
                    </a:p>
                  </a:txBody>
                  <a:tcPr marL="91440" marR="91440" marT="45720" marB="45720">
                    <a:lnL w="12700" cap="flat" cmpd="sng" algn="ctr">
                      <a:solidFill>
                        <a:srgbClr val="FFCCCC"/>
                      </a:solidFill>
                      <a:prstDash val="solid"/>
                      <a:round/>
                      <a:headEnd type="none" w="med" len="med"/>
                      <a:tailEnd type="none" w="med" len="med"/>
                    </a:lnL>
                    <a:lnR w="12700" cap="flat" cmpd="sng" algn="ctr">
                      <a:solidFill>
                        <a:srgbClr val="FFCCCC"/>
                      </a:solidFill>
                      <a:prstDash val="solid"/>
                      <a:round/>
                      <a:headEnd type="none" w="med" len="med"/>
                      <a:tailEnd type="none" w="med" len="med"/>
                    </a:lnR>
                    <a:lnT w="12700" cap="flat" cmpd="sng" algn="ctr">
                      <a:solidFill>
                        <a:srgbClr val="FFCCCC"/>
                      </a:solidFill>
                      <a:prstDash val="solid"/>
                      <a:round/>
                      <a:headEnd type="none" w="med" len="med"/>
                      <a:tailEnd type="none" w="med" len="med"/>
                    </a:lnT>
                    <a:lnB w="12700" cap="flat" cmpd="sng" algn="ctr">
                      <a:solidFill>
                        <a:srgbClr val="FFCCCC"/>
                      </a:solidFill>
                      <a:prstDash val="solid"/>
                      <a:round/>
                      <a:headEnd type="none" w="med" len="med"/>
                      <a:tailEnd type="none" w="med" len="med"/>
                    </a:lnB>
                    <a:solidFill>
                      <a:srgbClr val="FFFFFF"/>
                    </a:solidFill>
                  </a:tcPr>
                </a:tc>
              </a:tr>
              <a:tr h="356616">
                <a:tc>
                  <a:txBody>
                    <a:bodyPr/>
                    <a:lstStyle/>
                    <a:p>
                      <a:pPr algn="ctr" indent="0" marL="0">
                        <a:buNone/>
                      </a:pPr>
                      <a:r>
                        <a:rPr lang="en-US" sz="1200" b="1" dirty="0">
                          <a:solidFill>
                            <a:srgbClr val="000000"/>
                          </a:solidFill>
                        </a:rPr>
                        <a:t>TOTAL</a:t>
                      </a:r>
                      <a:endParaRPr lang="en-US" sz="1200" dirty="0"/>
                    </a:p>
                  </a:txBody>
                  <a:tcPr marL="91440" marR="91440" marT="45720" marB="45720">
                    <a:lnL w="12700" cap="flat" cmpd="sng" algn="ctr">
                      <a:solidFill>
                        <a:srgbClr val="FFCCCC"/>
                      </a:solidFill>
                      <a:prstDash val="solid"/>
                      <a:round/>
                      <a:headEnd type="none" w="med" len="med"/>
                      <a:tailEnd type="none" w="med" len="med"/>
                    </a:lnL>
                    <a:lnR w="12700" cap="flat" cmpd="sng" algn="ctr">
                      <a:solidFill>
                        <a:srgbClr val="FFCCCC"/>
                      </a:solidFill>
                      <a:prstDash val="solid"/>
                      <a:round/>
                      <a:headEnd type="none" w="med" len="med"/>
                      <a:tailEnd type="none" w="med" len="med"/>
                    </a:lnR>
                    <a:lnT w="12700" cap="flat" cmpd="sng" algn="ctr">
                      <a:solidFill>
                        <a:srgbClr val="FFCCCC"/>
                      </a:solidFill>
                      <a:prstDash val="solid"/>
                      <a:round/>
                      <a:headEnd type="none" w="med" len="med"/>
                      <a:tailEnd type="none" w="med" len="med"/>
                    </a:lnT>
                    <a:lnB w="12700" cap="flat" cmpd="sng" algn="ctr">
                      <a:solidFill>
                        <a:srgbClr val="FFCCCC"/>
                      </a:solidFill>
                      <a:prstDash val="solid"/>
                      <a:round/>
                      <a:headEnd type="none" w="med" len="med"/>
                      <a:tailEnd type="none" w="med" len="med"/>
                    </a:lnB>
                    <a:solidFill>
                      <a:srgbClr val="FFFFFF"/>
                    </a:solidFill>
                  </a:tcPr>
                </a:tc>
                <a:tc>
                  <a:txBody>
                    <a:bodyPr/>
                    <a:lstStyle/>
                    <a:p>
                      <a:pPr algn="ctr" indent="0" marL="0">
                        <a:buNone/>
                      </a:pPr>
                      <a:endParaRPr lang="en-US" sz="1200" dirty="0"/>
                    </a:p>
                  </a:txBody>
                  <a:tcPr marL="91440" marR="91440" marT="45720" marB="45720">
                    <a:lnL w="12700" cap="flat" cmpd="sng" algn="ctr">
                      <a:solidFill>
                        <a:srgbClr val="FFCCCC"/>
                      </a:solidFill>
                      <a:prstDash val="solid"/>
                      <a:round/>
                      <a:headEnd type="none" w="med" len="med"/>
                      <a:tailEnd type="none" w="med" len="med"/>
                    </a:lnL>
                    <a:lnR w="12700" cap="flat" cmpd="sng" algn="ctr">
                      <a:solidFill>
                        <a:srgbClr val="FFCCCC"/>
                      </a:solidFill>
                      <a:prstDash val="solid"/>
                      <a:round/>
                      <a:headEnd type="none" w="med" len="med"/>
                      <a:tailEnd type="none" w="med" len="med"/>
                    </a:lnR>
                    <a:lnT w="12700" cap="flat" cmpd="sng" algn="ctr">
                      <a:solidFill>
                        <a:srgbClr val="FFCCCC"/>
                      </a:solidFill>
                      <a:prstDash val="solid"/>
                      <a:round/>
                      <a:headEnd type="none" w="med" len="med"/>
                      <a:tailEnd type="none" w="med" len="med"/>
                    </a:lnT>
                    <a:lnB w="12700" cap="flat" cmpd="sng" algn="ctr">
                      <a:solidFill>
                        <a:srgbClr val="FFCCC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B5451B"/>
                          </a:solidFill>
                        </a:rPr>
                        <a:t>640</a:t>
                      </a:r>
                      <a:endParaRPr lang="en-US" sz="1200" dirty="0"/>
                    </a:p>
                  </a:txBody>
                  <a:tcPr marL="91440" marR="91440" marT="45720" marB="45720">
                    <a:lnL w="12700" cap="flat" cmpd="sng" algn="ctr">
                      <a:solidFill>
                        <a:srgbClr val="FFCCCC"/>
                      </a:solidFill>
                      <a:prstDash val="solid"/>
                      <a:round/>
                      <a:headEnd type="none" w="med" len="med"/>
                      <a:tailEnd type="none" w="med" len="med"/>
                    </a:lnL>
                    <a:lnR w="12700" cap="flat" cmpd="sng" algn="ctr">
                      <a:solidFill>
                        <a:srgbClr val="FFCCCC"/>
                      </a:solidFill>
                      <a:prstDash val="solid"/>
                      <a:round/>
                      <a:headEnd type="none" w="med" len="med"/>
                      <a:tailEnd type="none" w="med" len="med"/>
                    </a:lnR>
                    <a:lnT w="12700" cap="flat" cmpd="sng" algn="ctr">
                      <a:solidFill>
                        <a:srgbClr val="FFCCCC"/>
                      </a:solidFill>
                      <a:prstDash val="solid"/>
                      <a:round/>
                      <a:headEnd type="none" w="med" len="med"/>
                      <a:tailEnd type="none" w="med" len="med"/>
                    </a:lnT>
                    <a:lnB w="12700" cap="flat" cmpd="sng" algn="ctr">
                      <a:solidFill>
                        <a:srgbClr val="FFCCCC"/>
                      </a:solidFill>
                      <a:prstDash val="solid"/>
                      <a:round/>
                      <a:headEnd type="none" w="med" len="med"/>
                      <a:tailEnd type="none" w="med" len="med"/>
                    </a:lnB>
                    <a:solidFill>
                      <a:srgbClr val="FFFFFF"/>
                    </a:solidFill>
                  </a:tcPr>
                </a:tc>
              </a:tr>
            </a:tbl>
          </a:graphicData>
        </a:graphic>
      </p:graphicFrame>
      <p:sp>
        <p:nvSpPr>
          <p:cNvPr id="6" name="Text 3"/>
          <p:cNvSpPr/>
          <p:nvPr/>
        </p:nvSpPr>
        <p:spPr>
          <a:xfrm>
            <a:off x="4754880" y="1325880"/>
            <a:ext cx="4114800" cy="274320"/>
          </a:xfrm>
          <a:prstGeom prst="rect">
            <a:avLst/>
          </a:prstGeom>
          <a:noFill/>
          <a:ln/>
        </p:spPr>
        <p:txBody>
          <a:bodyPr wrap="square" rtlCol="0" anchor="ctr"/>
          <a:lstStyle/>
          <a:p>
            <a:pPr indent="0" marL="0">
              <a:buNone/>
            </a:pPr>
            <a:r>
              <a:rPr lang="en-US" sz="1200" b="1" dirty="0">
                <a:solidFill>
                  <a:srgbClr val="1A2F45"/>
                </a:solidFill>
              </a:rPr>
              <a:t>Track Visualization</a:t>
            </a:r>
            <a:endParaRPr lang="en-US" sz="1200" dirty="0"/>
          </a:p>
        </p:txBody>
      </p:sp>
      <p:sp>
        <p:nvSpPr>
          <p:cNvPr id="7" name="Shape 4"/>
          <p:cNvSpPr/>
          <p:nvPr/>
        </p:nvSpPr>
        <p:spPr>
          <a:xfrm>
            <a:off x="4846320" y="3337560"/>
            <a:ext cx="3931920" cy="0"/>
          </a:xfrm>
          <a:prstGeom prst="line">
            <a:avLst/>
          </a:prstGeom>
          <a:noFill/>
          <a:ln w="12700">
            <a:solidFill>
              <a:srgbClr val="8DA2B5"/>
            </a:solidFill>
            <a:prstDash val="solid"/>
          </a:ln>
        </p:spPr>
      </p:sp>
      <p:sp>
        <p:nvSpPr>
          <p:cNvPr id="8" name="Text 5"/>
          <p:cNvSpPr/>
          <p:nvPr/>
        </p:nvSpPr>
        <p:spPr>
          <a:xfrm>
            <a:off x="4663440" y="3474720"/>
            <a:ext cx="365760" cy="228600"/>
          </a:xfrm>
          <a:prstGeom prst="rect">
            <a:avLst/>
          </a:prstGeom>
          <a:noFill/>
          <a:ln/>
        </p:spPr>
        <p:txBody>
          <a:bodyPr wrap="square" rtlCol="0" anchor="ctr"/>
          <a:lstStyle/>
          <a:p>
            <a:pPr algn="ctr" indent="0" marL="0">
              <a:buNone/>
            </a:pPr>
            <a:r>
              <a:rPr lang="en-US" sz="900" dirty="0">
                <a:solidFill>
                  <a:srgbClr val="8DA2B5"/>
                </a:solidFill>
              </a:rPr>
              <a:t>0</a:t>
            </a:r>
            <a:endParaRPr lang="en-US" sz="900" dirty="0"/>
          </a:p>
        </p:txBody>
      </p:sp>
      <p:sp>
        <p:nvSpPr>
          <p:cNvPr id="9" name="Text 6"/>
          <p:cNvSpPr/>
          <p:nvPr/>
        </p:nvSpPr>
        <p:spPr>
          <a:xfrm>
            <a:off x="5646420" y="3474720"/>
            <a:ext cx="365760" cy="228600"/>
          </a:xfrm>
          <a:prstGeom prst="rect">
            <a:avLst/>
          </a:prstGeom>
          <a:noFill/>
          <a:ln/>
        </p:spPr>
        <p:txBody>
          <a:bodyPr wrap="square" rtlCol="0" anchor="ctr"/>
          <a:lstStyle/>
          <a:p>
            <a:pPr algn="ctr" indent="0" marL="0">
              <a:buNone/>
            </a:pPr>
            <a:r>
              <a:rPr lang="en-US" sz="900" dirty="0">
                <a:solidFill>
                  <a:srgbClr val="8DA2B5"/>
                </a:solidFill>
              </a:rPr>
              <a:t>50</a:t>
            </a:r>
            <a:endParaRPr lang="en-US" sz="900" dirty="0"/>
          </a:p>
        </p:txBody>
      </p:sp>
      <p:sp>
        <p:nvSpPr>
          <p:cNvPr id="10" name="Text 7"/>
          <p:cNvSpPr/>
          <p:nvPr/>
        </p:nvSpPr>
        <p:spPr>
          <a:xfrm>
            <a:off x="6629400" y="3474720"/>
            <a:ext cx="365760" cy="228600"/>
          </a:xfrm>
          <a:prstGeom prst="rect">
            <a:avLst/>
          </a:prstGeom>
          <a:noFill/>
          <a:ln/>
        </p:spPr>
        <p:txBody>
          <a:bodyPr wrap="square" rtlCol="0" anchor="ctr"/>
          <a:lstStyle/>
          <a:p>
            <a:pPr algn="ctr" indent="0" marL="0">
              <a:buNone/>
            </a:pPr>
            <a:r>
              <a:rPr lang="en-US" sz="900" dirty="0">
                <a:solidFill>
                  <a:srgbClr val="8DA2B5"/>
                </a:solidFill>
              </a:rPr>
              <a:t>100</a:t>
            </a:r>
            <a:endParaRPr lang="en-US" sz="900" dirty="0"/>
          </a:p>
        </p:txBody>
      </p:sp>
      <p:sp>
        <p:nvSpPr>
          <p:cNvPr id="11" name="Text 8"/>
          <p:cNvSpPr/>
          <p:nvPr/>
        </p:nvSpPr>
        <p:spPr>
          <a:xfrm>
            <a:off x="7612380" y="3474720"/>
            <a:ext cx="365760" cy="228600"/>
          </a:xfrm>
          <a:prstGeom prst="rect">
            <a:avLst/>
          </a:prstGeom>
          <a:noFill/>
          <a:ln/>
        </p:spPr>
        <p:txBody>
          <a:bodyPr wrap="square" rtlCol="0" anchor="ctr"/>
          <a:lstStyle/>
          <a:p>
            <a:pPr algn="ctr" indent="0" marL="0">
              <a:buNone/>
            </a:pPr>
            <a:r>
              <a:rPr lang="en-US" sz="900" dirty="0">
                <a:solidFill>
                  <a:srgbClr val="8DA2B5"/>
                </a:solidFill>
              </a:rPr>
              <a:t>150</a:t>
            </a:r>
            <a:endParaRPr lang="en-US" sz="900" dirty="0"/>
          </a:p>
        </p:txBody>
      </p:sp>
      <p:sp>
        <p:nvSpPr>
          <p:cNvPr id="12" name="Text 9"/>
          <p:cNvSpPr/>
          <p:nvPr/>
        </p:nvSpPr>
        <p:spPr>
          <a:xfrm>
            <a:off x="8595360" y="3474720"/>
            <a:ext cx="365760" cy="228600"/>
          </a:xfrm>
          <a:prstGeom prst="rect">
            <a:avLst/>
          </a:prstGeom>
          <a:noFill/>
          <a:ln/>
        </p:spPr>
        <p:txBody>
          <a:bodyPr wrap="square" rtlCol="0" anchor="ctr"/>
          <a:lstStyle/>
          <a:p>
            <a:pPr algn="ctr" indent="0" marL="0">
              <a:buNone/>
            </a:pPr>
            <a:r>
              <a:rPr lang="en-US" sz="900" dirty="0">
                <a:solidFill>
                  <a:srgbClr val="8DA2B5"/>
                </a:solidFill>
              </a:rPr>
              <a:t>200</a:t>
            </a:r>
            <a:endParaRPr lang="en-US" sz="900" dirty="0"/>
          </a:p>
        </p:txBody>
      </p:sp>
      <p:sp>
        <p:nvSpPr>
          <p:cNvPr id="13" name="Shape 10"/>
          <p:cNvSpPr/>
          <p:nvPr/>
        </p:nvSpPr>
        <p:spPr>
          <a:xfrm>
            <a:off x="5824271" y="3246120"/>
            <a:ext cx="128016" cy="182880"/>
          </a:xfrm>
          <a:prstGeom prst="ellipse">
            <a:avLst/>
          </a:prstGeom>
          <a:solidFill>
            <a:srgbClr val="1B7F79"/>
          </a:solidFill>
          <a:ln/>
        </p:spPr>
      </p:sp>
      <p:sp>
        <p:nvSpPr>
          <p:cNvPr id="14" name="Text 11"/>
          <p:cNvSpPr/>
          <p:nvPr/>
        </p:nvSpPr>
        <p:spPr>
          <a:xfrm>
            <a:off x="5705399" y="1783080"/>
            <a:ext cx="731520" cy="201168"/>
          </a:xfrm>
          <a:prstGeom prst="rect">
            <a:avLst/>
          </a:prstGeom>
          <a:noFill/>
          <a:ln/>
        </p:spPr>
        <p:txBody>
          <a:bodyPr wrap="square" rtlCol="0" anchor="ctr"/>
          <a:lstStyle/>
          <a:p>
            <a:pPr indent="0" marL="0">
              <a:buNone/>
            </a:pPr>
            <a:r>
              <a:rPr lang="en-US" sz="900" dirty="0">
                <a:solidFill>
                  <a:srgbClr val="B5451B"/>
                </a:solidFill>
              </a:rPr>
              <a:t>→98</a:t>
            </a:r>
            <a:endParaRPr lang="en-US" sz="900" dirty="0"/>
          </a:p>
        </p:txBody>
      </p:sp>
      <p:sp>
        <p:nvSpPr>
          <p:cNvPr id="15" name="Shape 12"/>
          <p:cNvSpPr/>
          <p:nvPr/>
        </p:nvSpPr>
        <p:spPr>
          <a:xfrm>
            <a:off x="6708953" y="3246120"/>
            <a:ext cx="128016" cy="182880"/>
          </a:xfrm>
          <a:prstGeom prst="ellipse">
            <a:avLst/>
          </a:prstGeom>
          <a:solidFill>
            <a:srgbClr val="B5451B"/>
          </a:solidFill>
          <a:ln/>
        </p:spPr>
      </p:sp>
      <p:sp>
        <p:nvSpPr>
          <p:cNvPr id="16" name="Text 13"/>
          <p:cNvSpPr/>
          <p:nvPr/>
        </p:nvSpPr>
        <p:spPr>
          <a:xfrm>
            <a:off x="6590081" y="2304288"/>
            <a:ext cx="731520" cy="201168"/>
          </a:xfrm>
          <a:prstGeom prst="rect">
            <a:avLst/>
          </a:prstGeom>
          <a:noFill/>
          <a:ln/>
        </p:spPr>
        <p:txBody>
          <a:bodyPr wrap="square" rtlCol="0" anchor="ctr"/>
          <a:lstStyle/>
          <a:p>
            <a:pPr indent="0" marL="0">
              <a:buNone/>
            </a:pPr>
            <a:r>
              <a:rPr lang="en-US" sz="900" dirty="0">
                <a:solidFill>
                  <a:srgbClr val="B5451B"/>
                </a:solidFill>
              </a:rPr>
              <a:t>→183</a:t>
            </a:r>
            <a:endParaRPr lang="en-US" sz="900" dirty="0"/>
          </a:p>
        </p:txBody>
      </p:sp>
      <p:sp>
        <p:nvSpPr>
          <p:cNvPr id="17" name="Shape 14"/>
          <p:cNvSpPr/>
          <p:nvPr/>
        </p:nvSpPr>
        <p:spPr>
          <a:xfrm>
            <a:off x="8380019" y="3246120"/>
            <a:ext cx="128016" cy="182880"/>
          </a:xfrm>
          <a:prstGeom prst="ellipse">
            <a:avLst/>
          </a:prstGeom>
          <a:solidFill>
            <a:srgbClr val="B5451B"/>
          </a:solidFill>
          <a:ln/>
        </p:spPr>
      </p:sp>
      <p:sp>
        <p:nvSpPr>
          <p:cNvPr id="18" name="Text 15"/>
          <p:cNvSpPr/>
          <p:nvPr/>
        </p:nvSpPr>
        <p:spPr>
          <a:xfrm>
            <a:off x="8261147" y="2093976"/>
            <a:ext cx="731520" cy="201168"/>
          </a:xfrm>
          <a:prstGeom prst="rect">
            <a:avLst/>
          </a:prstGeom>
          <a:noFill/>
          <a:ln/>
        </p:spPr>
        <p:txBody>
          <a:bodyPr wrap="square" rtlCol="0" anchor="ctr"/>
          <a:lstStyle/>
          <a:p>
            <a:pPr indent="0" marL="0">
              <a:buNone/>
            </a:pPr>
            <a:r>
              <a:rPr lang="en-US" sz="900" dirty="0">
                <a:solidFill>
                  <a:srgbClr val="B5451B"/>
                </a:solidFill>
              </a:rPr>
              <a:t>→37</a:t>
            </a:r>
            <a:endParaRPr lang="en-US" sz="900" dirty="0"/>
          </a:p>
        </p:txBody>
      </p:sp>
      <p:sp>
        <p:nvSpPr>
          <p:cNvPr id="19" name="Shape 16"/>
          <p:cNvSpPr/>
          <p:nvPr/>
        </p:nvSpPr>
        <p:spPr>
          <a:xfrm>
            <a:off x="5509717" y="3246120"/>
            <a:ext cx="128016" cy="182880"/>
          </a:xfrm>
          <a:prstGeom prst="ellipse">
            <a:avLst/>
          </a:prstGeom>
          <a:solidFill>
            <a:srgbClr val="B5451B"/>
          </a:solidFill>
          <a:ln/>
        </p:spPr>
      </p:sp>
      <p:sp>
        <p:nvSpPr>
          <p:cNvPr id="20" name="Text 17"/>
          <p:cNvSpPr/>
          <p:nvPr/>
        </p:nvSpPr>
        <p:spPr>
          <a:xfrm>
            <a:off x="5390845" y="2615184"/>
            <a:ext cx="731520" cy="201168"/>
          </a:xfrm>
          <a:prstGeom prst="rect">
            <a:avLst/>
          </a:prstGeom>
          <a:noFill/>
          <a:ln/>
        </p:spPr>
        <p:txBody>
          <a:bodyPr wrap="square" rtlCol="0" anchor="ctr"/>
          <a:lstStyle/>
          <a:p>
            <a:pPr indent="0" marL="0">
              <a:buNone/>
            </a:pPr>
            <a:r>
              <a:rPr lang="en-US" sz="900" dirty="0">
                <a:solidFill>
                  <a:srgbClr val="B5451B"/>
                </a:solidFill>
              </a:rPr>
              <a:t>→122</a:t>
            </a:r>
            <a:endParaRPr lang="en-US" sz="900" dirty="0"/>
          </a:p>
        </p:txBody>
      </p:sp>
      <p:sp>
        <p:nvSpPr>
          <p:cNvPr id="21" name="Shape 18"/>
          <p:cNvSpPr/>
          <p:nvPr/>
        </p:nvSpPr>
        <p:spPr>
          <a:xfrm>
            <a:off x="7180783" y="3246120"/>
            <a:ext cx="128016" cy="182880"/>
          </a:xfrm>
          <a:prstGeom prst="ellipse">
            <a:avLst/>
          </a:prstGeom>
          <a:solidFill>
            <a:srgbClr val="B5451B"/>
          </a:solidFill>
          <a:ln/>
        </p:spPr>
      </p:sp>
      <p:sp>
        <p:nvSpPr>
          <p:cNvPr id="22" name="Text 19"/>
          <p:cNvSpPr/>
          <p:nvPr/>
        </p:nvSpPr>
        <p:spPr>
          <a:xfrm>
            <a:off x="7061911" y="2404872"/>
            <a:ext cx="731520" cy="201168"/>
          </a:xfrm>
          <a:prstGeom prst="rect">
            <a:avLst/>
          </a:prstGeom>
          <a:noFill/>
          <a:ln/>
        </p:spPr>
        <p:txBody>
          <a:bodyPr wrap="square" rtlCol="0" anchor="ctr"/>
          <a:lstStyle/>
          <a:p>
            <a:pPr indent="0" marL="0">
              <a:buNone/>
            </a:pPr>
            <a:r>
              <a:rPr lang="en-US" sz="900" dirty="0">
                <a:solidFill>
                  <a:srgbClr val="B5451B"/>
                </a:solidFill>
              </a:rPr>
              <a:t>→14</a:t>
            </a:r>
            <a:endParaRPr lang="en-US" sz="900" dirty="0"/>
          </a:p>
        </p:txBody>
      </p:sp>
      <p:sp>
        <p:nvSpPr>
          <p:cNvPr id="23" name="Shape 20"/>
          <p:cNvSpPr/>
          <p:nvPr/>
        </p:nvSpPr>
        <p:spPr>
          <a:xfrm>
            <a:off x="5057546" y="3246120"/>
            <a:ext cx="128016" cy="182880"/>
          </a:xfrm>
          <a:prstGeom prst="ellipse">
            <a:avLst/>
          </a:prstGeom>
          <a:solidFill>
            <a:srgbClr val="B5451B"/>
          </a:solidFill>
          <a:ln/>
        </p:spPr>
      </p:sp>
      <p:sp>
        <p:nvSpPr>
          <p:cNvPr id="24" name="Text 21"/>
          <p:cNvSpPr/>
          <p:nvPr/>
        </p:nvSpPr>
        <p:spPr>
          <a:xfrm>
            <a:off x="4938674" y="2926080"/>
            <a:ext cx="731520" cy="201168"/>
          </a:xfrm>
          <a:prstGeom prst="rect">
            <a:avLst/>
          </a:prstGeom>
          <a:noFill/>
          <a:ln/>
        </p:spPr>
        <p:txBody>
          <a:bodyPr wrap="square" rtlCol="0" anchor="ctr"/>
          <a:lstStyle/>
          <a:p>
            <a:pPr indent="0" marL="0">
              <a:buNone/>
            </a:pPr>
            <a:r>
              <a:rPr lang="en-US" sz="900" dirty="0">
                <a:solidFill>
                  <a:srgbClr val="B5451B"/>
                </a:solidFill>
              </a:rPr>
              <a:t>→124</a:t>
            </a:r>
            <a:endParaRPr lang="en-US" sz="900" dirty="0"/>
          </a:p>
        </p:txBody>
      </p:sp>
      <p:sp>
        <p:nvSpPr>
          <p:cNvPr id="25" name="Shape 22"/>
          <p:cNvSpPr/>
          <p:nvPr/>
        </p:nvSpPr>
        <p:spPr>
          <a:xfrm>
            <a:off x="7220102" y="3246120"/>
            <a:ext cx="128016" cy="182880"/>
          </a:xfrm>
          <a:prstGeom prst="ellipse">
            <a:avLst/>
          </a:prstGeom>
          <a:solidFill>
            <a:srgbClr val="B5451B"/>
          </a:solidFill>
          <a:ln/>
        </p:spPr>
      </p:sp>
      <p:sp>
        <p:nvSpPr>
          <p:cNvPr id="26" name="Text 23"/>
          <p:cNvSpPr/>
          <p:nvPr/>
        </p:nvSpPr>
        <p:spPr>
          <a:xfrm>
            <a:off x="7101230" y="2715768"/>
            <a:ext cx="731520" cy="201168"/>
          </a:xfrm>
          <a:prstGeom prst="rect">
            <a:avLst/>
          </a:prstGeom>
          <a:noFill/>
          <a:ln/>
        </p:spPr>
        <p:txBody>
          <a:bodyPr wrap="square" rtlCol="0" anchor="ctr"/>
          <a:lstStyle/>
          <a:p>
            <a:pPr indent="0" marL="0">
              <a:buNone/>
            </a:pPr>
            <a:r>
              <a:rPr lang="en-US" sz="900" dirty="0">
                <a:solidFill>
                  <a:srgbClr val="B5451B"/>
                </a:solidFill>
              </a:rPr>
              <a:t>→65</a:t>
            </a:r>
            <a:endParaRPr lang="en-US" sz="900" dirty="0"/>
          </a:p>
        </p:txBody>
      </p:sp>
      <p:sp>
        <p:nvSpPr>
          <p:cNvPr id="27" name="Shape 24"/>
          <p:cNvSpPr/>
          <p:nvPr/>
        </p:nvSpPr>
        <p:spPr>
          <a:xfrm>
            <a:off x="6060186" y="3246120"/>
            <a:ext cx="128016" cy="182880"/>
          </a:xfrm>
          <a:prstGeom prst="ellipse">
            <a:avLst/>
          </a:prstGeom>
          <a:solidFill>
            <a:srgbClr val="B5451B"/>
          </a:solidFill>
          <a:ln/>
        </p:spPr>
      </p:sp>
      <p:sp>
        <p:nvSpPr>
          <p:cNvPr id="28" name="Text 25"/>
          <p:cNvSpPr/>
          <p:nvPr/>
        </p:nvSpPr>
        <p:spPr>
          <a:xfrm>
            <a:off x="5941314" y="3236976"/>
            <a:ext cx="731520" cy="201168"/>
          </a:xfrm>
          <a:prstGeom prst="rect">
            <a:avLst/>
          </a:prstGeom>
          <a:noFill/>
          <a:ln/>
        </p:spPr>
        <p:txBody>
          <a:bodyPr wrap="square" rtlCol="0" anchor="ctr"/>
          <a:lstStyle/>
          <a:p>
            <a:pPr indent="0" marL="0">
              <a:buNone/>
            </a:pPr>
            <a:r>
              <a:rPr lang="en-US" sz="900" dirty="0">
                <a:solidFill>
                  <a:srgbClr val="B5451B"/>
                </a:solidFill>
              </a:rPr>
              <a:t>→67</a:t>
            </a:r>
            <a:endParaRPr lang="en-US" sz="900" dirty="0"/>
          </a:p>
        </p:txBody>
      </p:sp>
      <p:sp>
        <p:nvSpPr>
          <p:cNvPr id="29" name="Shape 26"/>
          <p:cNvSpPr/>
          <p:nvPr/>
        </p:nvSpPr>
        <p:spPr>
          <a:xfrm>
            <a:off x="6099505" y="3246120"/>
            <a:ext cx="128016" cy="182880"/>
          </a:xfrm>
          <a:prstGeom prst="ellipse">
            <a:avLst/>
          </a:prstGeom>
          <a:solidFill>
            <a:srgbClr val="B5451B"/>
          </a:solidFill>
          <a:ln/>
        </p:spPr>
      </p:sp>
      <p:sp>
        <p:nvSpPr>
          <p:cNvPr id="30" name="Text 27"/>
          <p:cNvSpPr/>
          <p:nvPr/>
        </p:nvSpPr>
        <p:spPr>
          <a:xfrm>
            <a:off x="4754880" y="4572000"/>
            <a:ext cx="4114800" cy="320040"/>
          </a:xfrm>
          <a:prstGeom prst="rect">
            <a:avLst/>
          </a:prstGeom>
          <a:noFill/>
          <a:ln/>
        </p:spPr>
        <p:txBody>
          <a:bodyPr wrap="square" rtlCol="0" anchor="ctr"/>
          <a:lstStyle/>
          <a:p>
            <a:pPr algn="ctr" indent="0" marL="0">
              <a:buNone/>
            </a:pPr>
            <a:r>
              <a:rPr lang="en-US" sz="1400" b="1" dirty="0">
                <a:solidFill>
                  <a:srgbClr val="B5451B"/>
                </a:solidFill>
              </a:rPr>
              <a:t>Total Head Movement: 640 tracks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7F79"/>
          </a:solidFill>
          <a:ln/>
        </p:spPr>
      </p:sp>
      <p:sp>
        <p:nvSpPr>
          <p:cNvPr id="3" name="Text 1"/>
          <p:cNvSpPr/>
          <p:nvPr/>
        </p:nvSpPr>
        <p:spPr>
          <a:xfrm>
            <a:off x="365760" y="0"/>
            <a:ext cx="8412480" cy="914400"/>
          </a:xfrm>
          <a:prstGeom prst="rect">
            <a:avLst/>
          </a:prstGeom>
          <a:noFill/>
          <a:ln/>
        </p:spPr>
        <p:txBody>
          <a:bodyPr wrap="square" rtlCol="0" anchor="ctr"/>
          <a:lstStyle/>
          <a:p>
            <a:pPr indent="0" marL="0">
              <a:buNone/>
            </a:pPr>
            <a:r>
              <a:rPr lang="en-US" sz="2200" b="1" dirty="0">
                <a:solidFill>
                  <a:srgbClr val="FFFFFF"/>
                </a:solidFill>
              </a:rPr>
              <a:t>PART 4  ·  Disk Scheduling — SSTF</a:t>
            </a:r>
            <a:endParaRPr lang="en-US" sz="2200" dirty="0"/>
          </a:p>
        </p:txBody>
      </p:sp>
      <p:sp>
        <p:nvSpPr>
          <p:cNvPr id="4" name="Text 2"/>
          <p:cNvSpPr/>
          <p:nvPr/>
        </p:nvSpPr>
        <p:spPr>
          <a:xfrm>
            <a:off x="365760" y="960120"/>
            <a:ext cx="8412480" cy="320040"/>
          </a:xfrm>
          <a:prstGeom prst="rect">
            <a:avLst/>
          </a:prstGeom>
          <a:noFill/>
          <a:ln/>
        </p:spPr>
        <p:txBody>
          <a:bodyPr wrap="square" rtlCol="0" anchor="ctr"/>
          <a:lstStyle/>
          <a:p>
            <a:pPr indent="0" marL="0">
              <a:buNone/>
            </a:pPr>
            <a:r>
              <a:rPr lang="en-US" sz="1300" b="1" dirty="0">
                <a:solidFill>
                  <a:srgbClr val="1A2F45"/>
                </a:solidFill>
              </a:rPr>
              <a:t>Head starts at 53  ·  Requests: 98, 183, 37, 122, 14, 124, 65, 67</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65760" y="1325880"/>
          <a:ext cx="4389120" cy="3566160"/>
        </p:xfrm>
        <a:graphic>
          <a:graphicData uri="http://schemas.openxmlformats.org/drawingml/2006/table">
            <a:tbl>
              <a:tblPr/>
              <a:tblGrid>
                <a:gridCol w="1371600"/>
                <a:gridCol w="1645920"/>
                <a:gridCol w="1371600"/>
              </a:tblGrid>
              <a:tr h="356616">
                <a:tc>
                  <a:txBody>
                    <a:bodyPr/>
                    <a:lstStyle/>
                    <a:p>
                      <a:pPr algn="ctr" indent="0" marL="0">
                        <a:buNone/>
                      </a:pPr>
                      <a:r>
                        <a:rPr lang="en-US" sz="1200" b="1" dirty="0">
                          <a:solidFill>
                            <a:srgbClr val="FFFFFF"/>
                          </a:solidFill>
                        </a:rPr>
                        <a:t>From</a:t>
                      </a:r>
                      <a:endParaRPr lang="en-US" sz="1200" dirty="0"/>
                    </a:p>
                  </a:txBody>
                  <a:tcPr marL="91440" marR="91440" marT="45720" marB="45720">
                    <a:lnL w="12700" cap="flat" cmpd="sng" algn="ctr">
                      <a:solidFill>
                        <a:srgbClr val="AADDDD"/>
                      </a:solidFill>
                      <a:prstDash val="solid"/>
                      <a:round/>
                      <a:headEnd type="none" w="med" len="med"/>
                      <a:tailEnd type="none" w="med" len="med"/>
                    </a:lnL>
                    <a:lnR w="12700" cap="flat" cmpd="sng" algn="ctr">
                      <a:solidFill>
                        <a:srgbClr val="AADDDD"/>
                      </a:solidFill>
                      <a:prstDash val="solid"/>
                      <a:round/>
                      <a:headEnd type="none" w="med" len="med"/>
                      <a:tailEnd type="none" w="med" len="med"/>
                    </a:lnR>
                    <a:lnT w="12700" cap="flat" cmpd="sng" algn="ctr">
                      <a:solidFill>
                        <a:srgbClr val="AADDDD"/>
                      </a:solidFill>
                      <a:prstDash val="solid"/>
                      <a:round/>
                      <a:headEnd type="none" w="med" len="med"/>
                      <a:tailEnd type="none" w="med" len="med"/>
                    </a:lnT>
                    <a:lnB w="12700" cap="flat" cmpd="sng" algn="ctr">
                      <a:solidFill>
                        <a:srgbClr val="AADDDD"/>
                      </a:solidFill>
                      <a:prstDash val="solid"/>
                      <a:round/>
                      <a:headEnd type="none" w="med" len="med"/>
                      <a:tailEnd type="none" w="med" len="med"/>
                    </a:lnB>
                    <a:solidFill>
                      <a:srgbClr val="1B7F79"/>
                    </a:solidFill>
                  </a:tcPr>
                </a:tc>
                <a:tc>
                  <a:txBody>
                    <a:bodyPr/>
                    <a:lstStyle/>
                    <a:p>
                      <a:pPr algn="ctr" indent="0" marL="0">
                        <a:buNone/>
                      </a:pPr>
                      <a:r>
                        <a:rPr lang="en-US" sz="1200" b="1" dirty="0">
                          <a:solidFill>
                            <a:srgbClr val="FFFFFF"/>
                          </a:solidFill>
                        </a:rPr>
                        <a:t>To (closest)</a:t>
                      </a:r>
                      <a:endParaRPr lang="en-US" sz="1200" dirty="0"/>
                    </a:p>
                  </a:txBody>
                  <a:tcPr marL="91440" marR="91440" marT="45720" marB="45720">
                    <a:lnL w="12700" cap="flat" cmpd="sng" algn="ctr">
                      <a:solidFill>
                        <a:srgbClr val="AADDDD"/>
                      </a:solidFill>
                      <a:prstDash val="solid"/>
                      <a:round/>
                      <a:headEnd type="none" w="med" len="med"/>
                      <a:tailEnd type="none" w="med" len="med"/>
                    </a:lnL>
                    <a:lnR w="12700" cap="flat" cmpd="sng" algn="ctr">
                      <a:solidFill>
                        <a:srgbClr val="AADDDD"/>
                      </a:solidFill>
                      <a:prstDash val="solid"/>
                      <a:round/>
                      <a:headEnd type="none" w="med" len="med"/>
                      <a:tailEnd type="none" w="med" len="med"/>
                    </a:lnR>
                    <a:lnT w="12700" cap="flat" cmpd="sng" algn="ctr">
                      <a:solidFill>
                        <a:srgbClr val="AADDDD"/>
                      </a:solidFill>
                      <a:prstDash val="solid"/>
                      <a:round/>
                      <a:headEnd type="none" w="med" len="med"/>
                      <a:tailEnd type="none" w="med" len="med"/>
                    </a:lnT>
                    <a:lnB w="12700" cap="flat" cmpd="sng" algn="ctr">
                      <a:solidFill>
                        <a:srgbClr val="AADDDD"/>
                      </a:solidFill>
                      <a:prstDash val="solid"/>
                      <a:round/>
                      <a:headEnd type="none" w="med" len="med"/>
                      <a:tailEnd type="none" w="med" len="med"/>
                    </a:lnB>
                    <a:solidFill>
                      <a:srgbClr val="1B7F79"/>
                    </a:solidFill>
                  </a:tcPr>
                </a:tc>
                <a:tc>
                  <a:txBody>
                    <a:bodyPr/>
                    <a:lstStyle/>
                    <a:p>
                      <a:pPr algn="ctr" indent="0" marL="0">
                        <a:buNone/>
                      </a:pPr>
                      <a:r>
                        <a:rPr lang="en-US" sz="1200" b="1" dirty="0">
                          <a:solidFill>
                            <a:srgbClr val="FFFFFF"/>
                          </a:solidFill>
                        </a:rPr>
                        <a:t>Movement</a:t>
                      </a:r>
                      <a:endParaRPr lang="en-US" sz="1200" dirty="0"/>
                    </a:p>
                  </a:txBody>
                  <a:tcPr marL="91440" marR="91440" marT="45720" marB="45720">
                    <a:lnL w="12700" cap="flat" cmpd="sng" algn="ctr">
                      <a:solidFill>
                        <a:srgbClr val="AADDDD"/>
                      </a:solidFill>
                      <a:prstDash val="solid"/>
                      <a:round/>
                      <a:headEnd type="none" w="med" len="med"/>
                      <a:tailEnd type="none" w="med" len="med"/>
                    </a:lnL>
                    <a:lnR w="12700" cap="flat" cmpd="sng" algn="ctr">
                      <a:solidFill>
                        <a:srgbClr val="AADDDD"/>
                      </a:solidFill>
                      <a:prstDash val="solid"/>
                      <a:round/>
                      <a:headEnd type="none" w="med" len="med"/>
                      <a:tailEnd type="none" w="med" len="med"/>
                    </a:lnR>
                    <a:lnT w="12700" cap="flat" cmpd="sng" algn="ctr">
                      <a:solidFill>
                        <a:srgbClr val="AADDDD"/>
                      </a:solidFill>
                      <a:prstDash val="solid"/>
                      <a:round/>
                      <a:headEnd type="none" w="med" len="med"/>
                      <a:tailEnd type="none" w="med" len="med"/>
                    </a:lnT>
                    <a:lnB w="12700" cap="flat" cmpd="sng" algn="ctr">
                      <a:solidFill>
                        <a:srgbClr val="AADDDD"/>
                      </a:solidFill>
                      <a:prstDash val="solid"/>
                      <a:round/>
                      <a:headEnd type="none" w="med" len="med"/>
                      <a:tailEnd type="none" w="med" len="med"/>
                    </a:lnB>
                    <a:solidFill>
                      <a:srgbClr val="1B7F79"/>
                    </a:solidFill>
                  </a:tcPr>
                </a:tc>
              </a:tr>
              <a:tr h="356616">
                <a:tc>
                  <a:txBody>
                    <a:bodyPr/>
                    <a:lstStyle/>
                    <a:p>
                      <a:pPr algn="ctr" indent="0" marL="0">
                        <a:buNone/>
                      </a:pPr>
                      <a:r>
                        <a:rPr lang="en-US" sz="1200" dirty="0">
                          <a:solidFill>
                            <a:srgbClr val="000000"/>
                          </a:solidFill>
                        </a:rPr>
                        <a:t>53</a:t>
                      </a:r>
                      <a:endParaRPr lang="en-US" sz="1200" dirty="0"/>
                    </a:p>
                  </a:txBody>
                  <a:tcPr marL="91440" marR="91440" marT="45720" marB="45720">
                    <a:lnL w="12700" cap="flat" cmpd="sng" algn="ctr">
                      <a:solidFill>
                        <a:srgbClr val="AADDDD"/>
                      </a:solidFill>
                      <a:prstDash val="solid"/>
                      <a:round/>
                      <a:headEnd type="none" w="med" len="med"/>
                      <a:tailEnd type="none" w="med" len="med"/>
                    </a:lnL>
                    <a:lnR w="12700" cap="flat" cmpd="sng" algn="ctr">
                      <a:solidFill>
                        <a:srgbClr val="AADDDD"/>
                      </a:solidFill>
                      <a:prstDash val="solid"/>
                      <a:round/>
                      <a:headEnd type="none" w="med" len="med"/>
                      <a:tailEnd type="none" w="med" len="med"/>
                    </a:lnR>
                    <a:lnT w="12700" cap="flat" cmpd="sng" algn="ctr">
                      <a:solidFill>
                        <a:srgbClr val="AADDDD"/>
                      </a:solidFill>
                      <a:prstDash val="solid"/>
                      <a:round/>
                      <a:headEnd type="none" w="med" len="med"/>
                      <a:tailEnd type="none" w="med" len="med"/>
                    </a:lnT>
                    <a:lnB w="12700" cap="flat" cmpd="sng" algn="ctr">
                      <a:solidFill>
                        <a:srgbClr val="AA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65</a:t>
                      </a:r>
                      <a:endParaRPr lang="en-US" sz="1200" dirty="0"/>
                    </a:p>
                  </a:txBody>
                  <a:tcPr marL="91440" marR="91440" marT="45720" marB="45720">
                    <a:lnL w="12700" cap="flat" cmpd="sng" algn="ctr">
                      <a:solidFill>
                        <a:srgbClr val="AADDDD"/>
                      </a:solidFill>
                      <a:prstDash val="solid"/>
                      <a:round/>
                      <a:headEnd type="none" w="med" len="med"/>
                      <a:tailEnd type="none" w="med" len="med"/>
                    </a:lnL>
                    <a:lnR w="12700" cap="flat" cmpd="sng" algn="ctr">
                      <a:solidFill>
                        <a:srgbClr val="AADDDD"/>
                      </a:solidFill>
                      <a:prstDash val="solid"/>
                      <a:round/>
                      <a:headEnd type="none" w="med" len="med"/>
                      <a:tailEnd type="none" w="med" len="med"/>
                    </a:lnR>
                    <a:lnT w="12700" cap="flat" cmpd="sng" algn="ctr">
                      <a:solidFill>
                        <a:srgbClr val="AADDDD"/>
                      </a:solidFill>
                      <a:prstDash val="solid"/>
                      <a:round/>
                      <a:headEnd type="none" w="med" len="med"/>
                      <a:tailEnd type="none" w="med" len="med"/>
                    </a:lnT>
                    <a:lnB w="12700" cap="flat" cmpd="sng" algn="ctr">
                      <a:solidFill>
                        <a:srgbClr val="AA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12</a:t>
                      </a:r>
                      <a:endParaRPr lang="en-US" sz="1200" dirty="0"/>
                    </a:p>
                  </a:txBody>
                  <a:tcPr marL="91440" marR="91440" marT="45720" marB="45720">
                    <a:lnL w="12700" cap="flat" cmpd="sng" algn="ctr">
                      <a:solidFill>
                        <a:srgbClr val="AADDDD"/>
                      </a:solidFill>
                      <a:prstDash val="solid"/>
                      <a:round/>
                      <a:headEnd type="none" w="med" len="med"/>
                      <a:tailEnd type="none" w="med" len="med"/>
                    </a:lnL>
                    <a:lnR w="12700" cap="flat" cmpd="sng" algn="ctr">
                      <a:solidFill>
                        <a:srgbClr val="AADDDD"/>
                      </a:solidFill>
                      <a:prstDash val="solid"/>
                      <a:round/>
                      <a:headEnd type="none" w="med" len="med"/>
                      <a:tailEnd type="none" w="med" len="med"/>
                    </a:lnR>
                    <a:lnT w="12700" cap="flat" cmpd="sng" algn="ctr">
                      <a:solidFill>
                        <a:srgbClr val="AADDDD"/>
                      </a:solidFill>
                      <a:prstDash val="solid"/>
                      <a:round/>
                      <a:headEnd type="none" w="med" len="med"/>
                      <a:tailEnd type="none" w="med" len="med"/>
                    </a:lnT>
                    <a:lnB w="12700" cap="flat" cmpd="sng" algn="ctr">
                      <a:solidFill>
                        <a:srgbClr val="AADDDD"/>
                      </a:solidFill>
                      <a:prstDash val="solid"/>
                      <a:round/>
                      <a:headEnd type="none" w="med" len="med"/>
                      <a:tailEnd type="none" w="med" len="med"/>
                    </a:lnB>
                    <a:solidFill>
                      <a:srgbClr val="FFFFFF"/>
                    </a:solidFill>
                  </a:tcPr>
                </a:tc>
              </a:tr>
              <a:tr h="356616">
                <a:tc>
                  <a:txBody>
                    <a:bodyPr/>
                    <a:lstStyle/>
                    <a:p>
                      <a:pPr algn="ctr" indent="0" marL="0">
                        <a:buNone/>
                      </a:pPr>
                      <a:r>
                        <a:rPr lang="en-US" sz="1200" dirty="0">
                          <a:solidFill>
                            <a:srgbClr val="000000"/>
                          </a:solidFill>
                        </a:rPr>
                        <a:t>65</a:t>
                      </a:r>
                      <a:endParaRPr lang="en-US" sz="1200" dirty="0"/>
                    </a:p>
                  </a:txBody>
                  <a:tcPr marL="91440" marR="91440" marT="45720" marB="45720">
                    <a:lnL w="12700" cap="flat" cmpd="sng" algn="ctr">
                      <a:solidFill>
                        <a:srgbClr val="AADDDD"/>
                      </a:solidFill>
                      <a:prstDash val="solid"/>
                      <a:round/>
                      <a:headEnd type="none" w="med" len="med"/>
                      <a:tailEnd type="none" w="med" len="med"/>
                    </a:lnL>
                    <a:lnR w="12700" cap="flat" cmpd="sng" algn="ctr">
                      <a:solidFill>
                        <a:srgbClr val="AADDDD"/>
                      </a:solidFill>
                      <a:prstDash val="solid"/>
                      <a:round/>
                      <a:headEnd type="none" w="med" len="med"/>
                      <a:tailEnd type="none" w="med" len="med"/>
                    </a:lnR>
                    <a:lnT w="12700" cap="flat" cmpd="sng" algn="ctr">
                      <a:solidFill>
                        <a:srgbClr val="AADDDD"/>
                      </a:solidFill>
                      <a:prstDash val="solid"/>
                      <a:round/>
                      <a:headEnd type="none" w="med" len="med"/>
                      <a:tailEnd type="none" w="med" len="med"/>
                    </a:lnT>
                    <a:lnB w="12700" cap="flat" cmpd="sng" algn="ctr">
                      <a:solidFill>
                        <a:srgbClr val="AA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67</a:t>
                      </a:r>
                      <a:endParaRPr lang="en-US" sz="1200" dirty="0"/>
                    </a:p>
                  </a:txBody>
                  <a:tcPr marL="91440" marR="91440" marT="45720" marB="45720">
                    <a:lnL w="12700" cap="flat" cmpd="sng" algn="ctr">
                      <a:solidFill>
                        <a:srgbClr val="AADDDD"/>
                      </a:solidFill>
                      <a:prstDash val="solid"/>
                      <a:round/>
                      <a:headEnd type="none" w="med" len="med"/>
                      <a:tailEnd type="none" w="med" len="med"/>
                    </a:lnL>
                    <a:lnR w="12700" cap="flat" cmpd="sng" algn="ctr">
                      <a:solidFill>
                        <a:srgbClr val="AADDDD"/>
                      </a:solidFill>
                      <a:prstDash val="solid"/>
                      <a:round/>
                      <a:headEnd type="none" w="med" len="med"/>
                      <a:tailEnd type="none" w="med" len="med"/>
                    </a:lnR>
                    <a:lnT w="12700" cap="flat" cmpd="sng" algn="ctr">
                      <a:solidFill>
                        <a:srgbClr val="AADDDD"/>
                      </a:solidFill>
                      <a:prstDash val="solid"/>
                      <a:round/>
                      <a:headEnd type="none" w="med" len="med"/>
                      <a:tailEnd type="none" w="med" len="med"/>
                    </a:lnT>
                    <a:lnB w="12700" cap="flat" cmpd="sng" algn="ctr">
                      <a:solidFill>
                        <a:srgbClr val="AA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2</a:t>
                      </a:r>
                      <a:endParaRPr lang="en-US" sz="1200" dirty="0"/>
                    </a:p>
                  </a:txBody>
                  <a:tcPr marL="91440" marR="91440" marT="45720" marB="45720">
                    <a:lnL w="12700" cap="flat" cmpd="sng" algn="ctr">
                      <a:solidFill>
                        <a:srgbClr val="AADDDD"/>
                      </a:solidFill>
                      <a:prstDash val="solid"/>
                      <a:round/>
                      <a:headEnd type="none" w="med" len="med"/>
                      <a:tailEnd type="none" w="med" len="med"/>
                    </a:lnL>
                    <a:lnR w="12700" cap="flat" cmpd="sng" algn="ctr">
                      <a:solidFill>
                        <a:srgbClr val="AADDDD"/>
                      </a:solidFill>
                      <a:prstDash val="solid"/>
                      <a:round/>
                      <a:headEnd type="none" w="med" len="med"/>
                      <a:tailEnd type="none" w="med" len="med"/>
                    </a:lnR>
                    <a:lnT w="12700" cap="flat" cmpd="sng" algn="ctr">
                      <a:solidFill>
                        <a:srgbClr val="AADDDD"/>
                      </a:solidFill>
                      <a:prstDash val="solid"/>
                      <a:round/>
                      <a:headEnd type="none" w="med" len="med"/>
                      <a:tailEnd type="none" w="med" len="med"/>
                    </a:lnT>
                    <a:lnB w="12700" cap="flat" cmpd="sng" algn="ctr">
                      <a:solidFill>
                        <a:srgbClr val="AADDDD"/>
                      </a:solidFill>
                      <a:prstDash val="solid"/>
                      <a:round/>
                      <a:headEnd type="none" w="med" len="med"/>
                      <a:tailEnd type="none" w="med" len="med"/>
                    </a:lnB>
                    <a:solidFill>
                      <a:srgbClr val="FFFFFF"/>
                    </a:solidFill>
                  </a:tcPr>
                </a:tc>
              </a:tr>
              <a:tr h="356616">
                <a:tc>
                  <a:txBody>
                    <a:bodyPr/>
                    <a:lstStyle/>
                    <a:p>
                      <a:pPr algn="ctr" indent="0" marL="0">
                        <a:buNone/>
                      </a:pPr>
                      <a:r>
                        <a:rPr lang="en-US" sz="1200" dirty="0">
                          <a:solidFill>
                            <a:srgbClr val="000000"/>
                          </a:solidFill>
                        </a:rPr>
                        <a:t>67</a:t>
                      </a:r>
                      <a:endParaRPr lang="en-US" sz="1200" dirty="0"/>
                    </a:p>
                  </a:txBody>
                  <a:tcPr marL="91440" marR="91440" marT="45720" marB="45720">
                    <a:lnL w="12700" cap="flat" cmpd="sng" algn="ctr">
                      <a:solidFill>
                        <a:srgbClr val="AADDDD"/>
                      </a:solidFill>
                      <a:prstDash val="solid"/>
                      <a:round/>
                      <a:headEnd type="none" w="med" len="med"/>
                      <a:tailEnd type="none" w="med" len="med"/>
                    </a:lnL>
                    <a:lnR w="12700" cap="flat" cmpd="sng" algn="ctr">
                      <a:solidFill>
                        <a:srgbClr val="AADDDD"/>
                      </a:solidFill>
                      <a:prstDash val="solid"/>
                      <a:round/>
                      <a:headEnd type="none" w="med" len="med"/>
                      <a:tailEnd type="none" w="med" len="med"/>
                    </a:lnR>
                    <a:lnT w="12700" cap="flat" cmpd="sng" algn="ctr">
                      <a:solidFill>
                        <a:srgbClr val="AADDDD"/>
                      </a:solidFill>
                      <a:prstDash val="solid"/>
                      <a:round/>
                      <a:headEnd type="none" w="med" len="med"/>
                      <a:tailEnd type="none" w="med" len="med"/>
                    </a:lnT>
                    <a:lnB w="12700" cap="flat" cmpd="sng" algn="ctr">
                      <a:solidFill>
                        <a:srgbClr val="AA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37</a:t>
                      </a:r>
                      <a:endParaRPr lang="en-US" sz="1200" dirty="0"/>
                    </a:p>
                  </a:txBody>
                  <a:tcPr marL="91440" marR="91440" marT="45720" marB="45720">
                    <a:lnL w="12700" cap="flat" cmpd="sng" algn="ctr">
                      <a:solidFill>
                        <a:srgbClr val="AADDDD"/>
                      </a:solidFill>
                      <a:prstDash val="solid"/>
                      <a:round/>
                      <a:headEnd type="none" w="med" len="med"/>
                      <a:tailEnd type="none" w="med" len="med"/>
                    </a:lnL>
                    <a:lnR w="12700" cap="flat" cmpd="sng" algn="ctr">
                      <a:solidFill>
                        <a:srgbClr val="AADDDD"/>
                      </a:solidFill>
                      <a:prstDash val="solid"/>
                      <a:round/>
                      <a:headEnd type="none" w="med" len="med"/>
                      <a:tailEnd type="none" w="med" len="med"/>
                    </a:lnR>
                    <a:lnT w="12700" cap="flat" cmpd="sng" algn="ctr">
                      <a:solidFill>
                        <a:srgbClr val="AADDDD"/>
                      </a:solidFill>
                      <a:prstDash val="solid"/>
                      <a:round/>
                      <a:headEnd type="none" w="med" len="med"/>
                      <a:tailEnd type="none" w="med" len="med"/>
                    </a:lnT>
                    <a:lnB w="12700" cap="flat" cmpd="sng" algn="ctr">
                      <a:solidFill>
                        <a:srgbClr val="AA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30</a:t>
                      </a:r>
                      <a:endParaRPr lang="en-US" sz="1200" dirty="0"/>
                    </a:p>
                  </a:txBody>
                  <a:tcPr marL="91440" marR="91440" marT="45720" marB="45720">
                    <a:lnL w="12700" cap="flat" cmpd="sng" algn="ctr">
                      <a:solidFill>
                        <a:srgbClr val="AADDDD"/>
                      </a:solidFill>
                      <a:prstDash val="solid"/>
                      <a:round/>
                      <a:headEnd type="none" w="med" len="med"/>
                      <a:tailEnd type="none" w="med" len="med"/>
                    </a:lnL>
                    <a:lnR w="12700" cap="flat" cmpd="sng" algn="ctr">
                      <a:solidFill>
                        <a:srgbClr val="AADDDD"/>
                      </a:solidFill>
                      <a:prstDash val="solid"/>
                      <a:round/>
                      <a:headEnd type="none" w="med" len="med"/>
                      <a:tailEnd type="none" w="med" len="med"/>
                    </a:lnR>
                    <a:lnT w="12700" cap="flat" cmpd="sng" algn="ctr">
                      <a:solidFill>
                        <a:srgbClr val="AADDDD"/>
                      </a:solidFill>
                      <a:prstDash val="solid"/>
                      <a:round/>
                      <a:headEnd type="none" w="med" len="med"/>
                      <a:tailEnd type="none" w="med" len="med"/>
                    </a:lnT>
                    <a:lnB w="12700" cap="flat" cmpd="sng" algn="ctr">
                      <a:solidFill>
                        <a:srgbClr val="AADDDD"/>
                      </a:solidFill>
                      <a:prstDash val="solid"/>
                      <a:round/>
                      <a:headEnd type="none" w="med" len="med"/>
                      <a:tailEnd type="none" w="med" len="med"/>
                    </a:lnB>
                    <a:solidFill>
                      <a:srgbClr val="FFFFFF"/>
                    </a:solidFill>
                  </a:tcPr>
                </a:tc>
              </a:tr>
              <a:tr h="356616">
                <a:tc>
                  <a:txBody>
                    <a:bodyPr/>
                    <a:lstStyle/>
                    <a:p>
                      <a:pPr algn="ctr" indent="0" marL="0">
                        <a:buNone/>
                      </a:pPr>
                      <a:r>
                        <a:rPr lang="en-US" sz="1200" dirty="0">
                          <a:solidFill>
                            <a:srgbClr val="000000"/>
                          </a:solidFill>
                        </a:rPr>
                        <a:t>37</a:t>
                      </a:r>
                      <a:endParaRPr lang="en-US" sz="1200" dirty="0"/>
                    </a:p>
                  </a:txBody>
                  <a:tcPr marL="91440" marR="91440" marT="45720" marB="45720">
                    <a:lnL w="12700" cap="flat" cmpd="sng" algn="ctr">
                      <a:solidFill>
                        <a:srgbClr val="AADDDD"/>
                      </a:solidFill>
                      <a:prstDash val="solid"/>
                      <a:round/>
                      <a:headEnd type="none" w="med" len="med"/>
                      <a:tailEnd type="none" w="med" len="med"/>
                    </a:lnL>
                    <a:lnR w="12700" cap="flat" cmpd="sng" algn="ctr">
                      <a:solidFill>
                        <a:srgbClr val="AADDDD"/>
                      </a:solidFill>
                      <a:prstDash val="solid"/>
                      <a:round/>
                      <a:headEnd type="none" w="med" len="med"/>
                      <a:tailEnd type="none" w="med" len="med"/>
                    </a:lnR>
                    <a:lnT w="12700" cap="flat" cmpd="sng" algn="ctr">
                      <a:solidFill>
                        <a:srgbClr val="AADDDD"/>
                      </a:solidFill>
                      <a:prstDash val="solid"/>
                      <a:round/>
                      <a:headEnd type="none" w="med" len="med"/>
                      <a:tailEnd type="none" w="med" len="med"/>
                    </a:lnT>
                    <a:lnB w="12700" cap="flat" cmpd="sng" algn="ctr">
                      <a:solidFill>
                        <a:srgbClr val="AA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14</a:t>
                      </a:r>
                      <a:endParaRPr lang="en-US" sz="1200" dirty="0"/>
                    </a:p>
                  </a:txBody>
                  <a:tcPr marL="91440" marR="91440" marT="45720" marB="45720">
                    <a:lnL w="12700" cap="flat" cmpd="sng" algn="ctr">
                      <a:solidFill>
                        <a:srgbClr val="AADDDD"/>
                      </a:solidFill>
                      <a:prstDash val="solid"/>
                      <a:round/>
                      <a:headEnd type="none" w="med" len="med"/>
                      <a:tailEnd type="none" w="med" len="med"/>
                    </a:lnL>
                    <a:lnR w="12700" cap="flat" cmpd="sng" algn="ctr">
                      <a:solidFill>
                        <a:srgbClr val="AADDDD"/>
                      </a:solidFill>
                      <a:prstDash val="solid"/>
                      <a:round/>
                      <a:headEnd type="none" w="med" len="med"/>
                      <a:tailEnd type="none" w="med" len="med"/>
                    </a:lnR>
                    <a:lnT w="12700" cap="flat" cmpd="sng" algn="ctr">
                      <a:solidFill>
                        <a:srgbClr val="AADDDD"/>
                      </a:solidFill>
                      <a:prstDash val="solid"/>
                      <a:round/>
                      <a:headEnd type="none" w="med" len="med"/>
                      <a:tailEnd type="none" w="med" len="med"/>
                    </a:lnT>
                    <a:lnB w="12700" cap="flat" cmpd="sng" algn="ctr">
                      <a:solidFill>
                        <a:srgbClr val="AA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23</a:t>
                      </a:r>
                      <a:endParaRPr lang="en-US" sz="1200" dirty="0"/>
                    </a:p>
                  </a:txBody>
                  <a:tcPr marL="91440" marR="91440" marT="45720" marB="45720">
                    <a:lnL w="12700" cap="flat" cmpd="sng" algn="ctr">
                      <a:solidFill>
                        <a:srgbClr val="AADDDD"/>
                      </a:solidFill>
                      <a:prstDash val="solid"/>
                      <a:round/>
                      <a:headEnd type="none" w="med" len="med"/>
                      <a:tailEnd type="none" w="med" len="med"/>
                    </a:lnL>
                    <a:lnR w="12700" cap="flat" cmpd="sng" algn="ctr">
                      <a:solidFill>
                        <a:srgbClr val="AADDDD"/>
                      </a:solidFill>
                      <a:prstDash val="solid"/>
                      <a:round/>
                      <a:headEnd type="none" w="med" len="med"/>
                      <a:tailEnd type="none" w="med" len="med"/>
                    </a:lnR>
                    <a:lnT w="12700" cap="flat" cmpd="sng" algn="ctr">
                      <a:solidFill>
                        <a:srgbClr val="AADDDD"/>
                      </a:solidFill>
                      <a:prstDash val="solid"/>
                      <a:round/>
                      <a:headEnd type="none" w="med" len="med"/>
                      <a:tailEnd type="none" w="med" len="med"/>
                    </a:lnT>
                    <a:lnB w="12700" cap="flat" cmpd="sng" algn="ctr">
                      <a:solidFill>
                        <a:srgbClr val="AADDDD"/>
                      </a:solidFill>
                      <a:prstDash val="solid"/>
                      <a:round/>
                      <a:headEnd type="none" w="med" len="med"/>
                      <a:tailEnd type="none" w="med" len="med"/>
                    </a:lnB>
                    <a:solidFill>
                      <a:srgbClr val="FFFFFF"/>
                    </a:solidFill>
                  </a:tcPr>
                </a:tc>
              </a:tr>
              <a:tr h="356616">
                <a:tc>
                  <a:txBody>
                    <a:bodyPr/>
                    <a:lstStyle/>
                    <a:p>
                      <a:pPr algn="ctr" indent="0" marL="0">
                        <a:buNone/>
                      </a:pPr>
                      <a:r>
                        <a:rPr lang="en-US" sz="1200" dirty="0">
                          <a:solidFill>
                            <a:srgbClr val="000000"/>
                          </a:solidFill>
                        </a:rPr>
                        <a:t>14</a:t>
                      </a:r>
                      <a:endParaRPr lang="en-US" sz="1200" dirty="0"/>
                    </a:p>
                  </a:txBody>
                  <a:tcPr marL="91440" marR="91440" marT="45720" marB="45720">
                    <a:lnL w="12700" cap="flat" cmpd="sng" algn="ctr">
                      <a:solidFill>
                        <a:srgbClr val="AADDDD"/>
                      </a:solidFill>
                      <a:prstDash val="solid"/>
                      <a:round/>
                      <a:headEnd type="none" w="med" len="med"/>
                      <a:tailEnd type="none" w="med" len="med"/>
                    </a:lnL>
                    <a:lnR w="12700" cap="flat" cmpd="sng" algn="ctr">
                      <a:solidFill>
                        <a:srgbClr val="AADDDD"/>
                      </a:solidFill>
                      <a:prstDash val="solid"/>
                      <a:round/>
                      <a:headEnd type="none" w="med" len="med"/>
                      <a:tailEnd type="none" w="med" len="med"/>
                    </a:lnR>
                    <a:lnT w="12700" cap="flat" cmpd="sng" algn="ctr">
                      <a:solidFill>
                        <a:srgbClr val="AADDDD"/>
                      </a:solidFill>
                      <a:prstDash val="solid"/>
                      <a:round/>
                      <a:headEnd type="none" w="med" len="med"/>
                      <a:tailEnd type="none" w="med" len="med"/>
                    </a:lnT>
                    <a:lnB w="12700" cap="flat" cmpd="sng" algn="ctr">
                      <a:solidFill>
                        <a:srgbClr val="AA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98</a:t>
                      </a:r>
                      <a:endParaRPr lang="en-US" sz="1200" dirty="0"/>
                    </a:p>
                  </a:txBody>
                  <a:tcPr marL="91440" marR="91440" marT="45720" marB="45720">
                    <a:lnL w="12700" cap="flat" cmpd="sng" algn="ctr">
                      <a:solidFill>
                        <a:srgbClr val="AADDDD"/>
                      </a:solidFill>
                      <a:prstDash val="solid"/>
                      <a:round/>
                      <a:headEnd type="none" w="med" len="med"/>
                      <a:tailEnd type="none" w="med" len="med"/>
                    </a:lnL>
                    <a:lnR w="12700" cap="flat" cmpd="sng" algn="ctr">
                      <a:solidFill>
                        <a:srgbClr val="AADDDD"/>
                      </a:solidFill>
                      <a:prstDash val="solid"/>
                      <a:round/>
                      <a:headEnd type="none" w="med" len="med"/>
                      <a:tailEnd type="none" w="med" len="med"/>
                    </a:lnR>
                    <a:lnT w="12700" cap="flat" cmpd="sng" algn="ctr">
                      <a:solidFill>
                        <a:srgbClr val="AADDDD"/>
                      </a:solidFill>
                      <a:prstDash val="solid"/>
                      <a:round/>
                      <a:headEnd type="none" w="med" len="med"/>
                      <a:tailEnd type="none" w="med" len="med"/>
                    </a:lnT>
                    <a:lnB w="12700" cap="flat" cmpd="sng" algn="ctr">
                      <a:solidFill>
                        <a:srgbClr val="AA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84</a:t>
                      </a:r>
                      <a:endParaRPr lang="en-US" sz="1200" dirty="0"/>
                    </a:p>
                  </a:txBody>
                  <a:tcPr marL="91440" marR="91440" marT="45720" marB="45720">
                    <a:lnL w="12700" cap="flat" cmpd="sng" algn="ctr">
                      <a:solidFill>
                        <a:srgbClr val="AADDDD"/>
                      </a:solidFill>
                      <a:prstDash val="solid"/>
                      <a:round/>
                      <a:headEnd type="none" w="med" len="med"/>
                      <a:tailEnd type="none" w="med" len="med"/>
                    </a:lnL>
                    <a:lnR w="12700" cap="flat" cmpd="sng" algn="ctr">
                      <a:solidFill>
                        <a:srgbClr val="AADDDD"/>
                      </a:solidFill>
                      <a:prstDash val="solid"/>
                      <a:round/>
                      <a:headEnd type="none" w="med" len="med"/>
                      <a:tailEnd type="none" w="med" len="med"/>
                    </a:lnR>
                    <a:lnT w="12700" cap="flat" cmpd="sng" algn="ctr">
                      <a:solidFill>
                        <a:srgbClr val="AADDDD"/>
                      </a:solidFill>
                      <a:prstDash val="solid"/>
                      <a:round/>
                      <a:headEnd type="none" w="med" len="med"/>
                      <a:tailEnd type="none" w="med" len="med"/>
                    </a:lnT>
                    <a:lnB w="12700" cap="flat" cmpd="sng" algn="ctr">
                      <a:solidFill>
                        <a:srgbClr val="AADDDD"/>
                      </a:solidFill>
                      <a:prstDash val="solid"/>
                      <a:round/>
                      <a:headEnd type="none" w="med" len="med"/>
                      <a:tailEnd type="none" w="med" len="med"/>
                    </a:lnB>
                    <a:solidFill>
                      <a:srgbClr val="FFFFFF"/>
                    </a:solidFill>
                  </a:tcPr>
                </a:tc>
              </a:tr>
              <a:tr h="356616">
                <a:tc>
                  <a:txBody>
                    <a:bodyPr/>
                    <a:lstStyle/>
                    <a:p>
                      <a:pPr algn="ctr" indent="0" marL="0">
                        <a:buNone/>
                      </a:pPr>
                      <a:r>
                        <a:rPr lang="en-US" sz="1200" dirty="0">
                          <a:solidFill>
                            <a:srgbClr val="000000"/>
                          </a:solidFill>
                        </a:rPr>
                        <a:t>98</a:t>
                      </a:r>
                      <a:endParaRPr lang="en-US" sz="1200" dirty="0"/>
                    </a:p>
                  </a:txBody>
                  <a:tcPr marL="91440" marR="91440" marT="45720" marB="45720">
                    <a:lnL w="12700" cap="flat" cmpd="sng" algn="ctr">
                      <a:solidFill>
                        <a:srgbClr val="AADDDD"/>
                      </a:solidFill>
                      <a:prstDash val="solid"/>
                      <a:round/>
                      <a:headEnd type="none" w="med" len="med"/>
                      <a:tailEnd type="none" w="med" len="med"/>
                    </a:lnL>
                    <a:lnR w="12700" cap="flat" cmpd="sng" algn="ctr">
                      <a:solidFill>
                        <a:srgbClr val="AADDDD"/>
                      </a:solidFill>
                      <a:prstDash val="solid"/>
                      <a:round/>
                      <a:headEnd type="none" w="med" len="med"/>
                      <a:tailEnd type="none" w="med" len="med"/>
                    </a:lnR>
                    <a:lnT w="12700" cap="flat" cmpd="sng" algn="ctr">
                      <a:solidFill>
                        <a:srgbClr val="AADDDD"/>
                      </a:solidFill>
                      <a:prstDash val="solid"/>
                      <a:round/>
                      <a:headEnd type="none" w="med" len="med"/>
                      <a:tailEnd type="none" w="med" len="med"/>
                    </a:lnT>
                    <a:lnB w="12700" cap="flat" cmpd="sng" algn="ctr">
                      <a:solidFill>
                        <a:srgbClr val="AA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122</a:t>
                      </a:r>
                      <a:endParaRPr lang="en-US" sz="1200" dirty="0"/>
                    </a:p>
                  </a:txBody>
                  <a:tcPr marL="91440" marR="91440" marT="45720" marB="45720">
                    <a:lnL w="12700" cap="flat" cmpd="sng" algn="ctr">
                      <a:solidFill>
                        <a:srgbClr val="AADDDD"/>
                      </a:solidFill>
                      <a:prstDash val="solid"/>
                      <a:round/>
                      <a:headEnd type="none" w="med" len="med"/>
                      <a:tailEnd type="none" w="med" len="med"/>
                    </a:lnL>
                    <a:lnR w="12700" cap="flat" cmpd="sng" algn="ctr">
                      <a:solidFill>
                        <a:srgbClr val="AADDDD"/>
                      </a:solidFill>
                      <a:prstDash val="solid"/>
                      <a:round/>
                      <a:headEnd type="none" w="med" len="med"/>
                      <a:tailEnd type="none" w="med" len="med"/>
                    </a:lnR>
                    <a:lnT w="12700" cap="flat" cmpd="sng" algn="ctr">
                      <a:solidFill>
                        <a:srgbClr val="AADDDD"/>
                      </a:solidFill>
                      <a:prstDash val="solid"/>
                      <a:round/>
                      <a:headEnd type="none" w="med" len="med"/>
                      <a:tailEnd type="none" w="med" len="med"/>
                    </a:lnT>
                    <a:lnB w="12700" cap="flat" cmpd="sng" algn="ctr">
                      <a:solidFill>
                        <a:srgbClr val="AA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24</a:t>
                      </a:r>
                      <a:endParaRPr lang="en-US" sz="1200" dirty="0"/>
                    </a:p>
                  </a:txBody>
                  <a:tcPr marL="91440" marR="91440" marT="45720" marB="45720">
                    <a:lnL w="12700" cap="flat" cmpd="sng" algn="ctr">
                      <a:solidFill>
                        <a:srgbClr val="AADDDD"/>
                      </a:solidFill>
                      <a:prstDash val="solid"/>
                      <a:round/>
                      <a:headEnd type="none" w="med" len="med"/>
                      <a:tailEnd type="none" w="med" len="med"/>
                    </a:lnL>
                    <a:lnR w="12700" cap="flat" cmpd="sng" algn="ctr">
                      <a:solidFill>
                        <a:srgbClr val="AADDDD"/>
                      </a:solidFill>
                      <a:prstDash val="solid"/>
                      <a:round/>
                      <a:headEnd type="none" w="med" len="med"/>
                      <a:tailEnd type="none" w="med" len="med"/>
                    </a:lnR>
                    <a:lnT w="12700" cap="flat" cmpd="sng" algn="ctr">
                      <a:solidFill>
                        <a:srgbClr val="AADDDD"/>
                      </a:solidFill>
                      <a:prstDash val="solid"/>
                      <a:round/>
                      <a:headEnd type="none" w="med" len="med"/>
                      <a:tailEnd type="none" w="med" len="med"/>
                    </a:lnT>
                    <a:lnB w="12700" cap="flat" cmpd="sng" algn="ctr">
                      <a:solidFill>
                        <a:srgbClr val="AADDDD"/>
                      </a:solidFill>
                      <a:prstDash val="solid"/>
                      <a:round/>
                      <a:headEnd type="none" w="med" len="med"/>
                      <a:tailEnd type="none" w="med" len="med"/>
                    </a:lnB>
                    <a:solidFill>
                      <a:srgbClr val="FFFFFF"/>
                    </a:solidFill>
                  </a:tcPr>
                </a:tc>
              </a:tr>
              <a:tr h="356616">
                <a:tc>
                  <a:txBody>
                    <a:bodyPr/>
                    <a:lstStyle/>
                    <a:p>
                      <a:pPr algn="ctr" indent="0" marL="0">
                        <a:buNone/>
                      </a:pPr>
                      <a:r>
                        <a:rPr lang="en-US" sz="1200" dirty="0">
                          <a:solidFill>
                            <a:srgbClr val="000000"/>
                          </a:solidFill>
                        </a:rPr>
                        <a:t>122</a:t>
                      </a:r>
                      <a:endParaRPr lang="en-US" sz="1200" dirty="0"/>
                    </a:p>
                  </a:txBody>
                  <a:tcPr marL="91440" marR="91440" marT="45720" marB="45720">
                    <a:lnL w="12700" cap="flat" cmpd="sng" algn="ctr">
                      <a:solidFill>
                        <a:srgbClr val="AADDDD"/>
                      </a:solidFill>
                      <a:prstDash val="solid"/>
                      <a:round/>
                      <a:headEnd type="none" w="med" len="med"/>
                      <a:tailEnd type="none" w="med" len="med"/>
                    </a:lnL>
                    <a:lnR w="12700" cap="flat" cmpd="sng" algn="ctr">
                      <a:solidFill>
                        <a:srgbClr val="AADDDD"/>
                      </a:solidFill>
                      <a:prstDash val="solid"/>
                      <a:round/>
                      <a:headEnd type="none" w="med" len="med"/>
                      <a:tailEnd type="none" w="med" len="med"/>
                    </a:lnR>
                    <a:lnT w="12700" cap="flat" cmpd="sng" algn="ctr">
                      <a:solidFill>
                        <a:srgbClr val="AADDDD"/>
                      </a:solidFill>
                      <a:prstDash val="solid"/>
                      <a:round/>
                      <a:headEnd type="none" w="med" len="med"/>
                      <a:tailEnd type="none" w="med" len="med"/>
                    </a:lnT>
                    <a:lnB w="12700" cap="flat" cmpd="sng" algn="ctr">
                      <a:solidFill>
                        <a:srgbClr val="AA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124</a:t>
                      </a:r>
                      <a:endParaRPr lang="en-US" sz="1200" dirty="0"/>
                    </a:p>
                  </a:txBody>
                  <a:tcPr marL="91440" marR="91440" marT="45720" marB="45720">
                    <a:lnL w="12700" cap="flat" cmpd="sng" algn="ctr">
                      <a:solidFill>
                        <a:srgbClr val="AADDDD"/>
                      </a:solidFill>
                      <a:prstDash val="solid"/>
                      <a:round/>
                      <a:headEnd type="none" w="med" len="med"/>
                      <a:tailEnd type="none" w="med" len="med"/>
                    </a:lnL>
                    <a:lnR w="12700" cap="flat" cmpd="sng" algn="ctr">
                      <a:solidFill>
                        <a:srgbClr val="AADDDD"/>
                      </a:solidFill>
                      <a:prstDash val="solid"/>
                      <a:round/>
                      <a:headEnd type="none" w="med" len="med"/>
                      <a:tailEnd type="none" w="med" len="med"/>
                    </a:lnR>
                    <a:lnT w="12700" cap="flat" cmpd="sng" algn="ctr">
                      <a:solidFill>
                        <a:srgbClr val="AADDDD"/>
                      </a:solidFill>
                      <a:prstDash val="solid"/>
                      <a:round/>
                      <a:headEnd type="none" w="med" len="med"/>
                      <a:tailEnd type="none" w="med" len="med"/>
                    </a:lnT>
                    <a:lnB w="12700" cap="flat" cmpd="sng" algn="ctr">
                      <a:solidFill>
                        <a:srgbClr val="AA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2</a:t>
                      </a:r>
                      <a:endParaRPr lang="en-US" sz="1200" dirty="0"/>
                    </a:p>
                  </a:txBody>
                  <a:tcPr marL="91440" marR="91440" marT="45720" marB="45720">
                    <a:lnL w="12700" cap="flat" cmpd="sng" algn="ctr">
                      <a:solidFill>
                        <a:srgbClr val="AADDDD"/>
                      </a:solidFill>
                      <a:prstDash val="solid"/>
                      <a:round/>
                      <a:headEnd type="none" w="med" len="med"/>
                      <a:tailEnd type="none" w="med" len="med"/>
                    </a:lnL>
                    <a:lnR w="12700" cap="flat" cmpd="sng" algn="ctr">
                      <a:solidFill>
                        <a:srgbClr val="AADDDD"/>
                      </a:solidFill>
                      <a:prstDash val="solid"/>
                      <a:round/>
                      <a:headEnd type="none" w="med" len="med"/>
                      <a:tailEnd type="none" w="med" len="med"/>
                    </a:lnR>
                    <a:lnT w="12700" cap="flat" cmpd="sng" algn="ctr">
                      <a:solidFill>
                        <a:srgbClr val="AADDDD"/>
                      </a:solidFill>
                      <a:prstDash val="solid"/>
                      <a:round/>
                      <a:headEnd type="none" w="med" len="med"/>
                      <a:tailEnd type="none" w="med" len="med"/>
                    </a:lnT>
                    <a:lnB w="12700" cap="flat" cmpd="sng" algn="ctr">
                      <a:solidFill>
                        <a:srgbClr val="AADDDD"/>
                      </a:solidFill>
                      <a:prstDash val="solid"/>
                      <a:round/>
                      <a:headEnd type="none" w="med" len="med"/>
                      <a:tailEnd type="none" w="med" len="med"/>
                    </a:lnB>
                    <a:solidFill>
                      <a:srgbClr val="FFFFFF"/>
                    </a:solidFill>
                  </a:tcPr>
                </a:tc>
              </a:tr>
              <a:tr h="356616">
                <a:tc>
                  <a:txBody>
                    <a:bodyPr/>
                    <a:lstStyle/>
                    <a:p>
                      <a:pPr algn="ctr" indent="0" marL="0">
                        <a:buNone/>
                      </a:pPr>
                      <a:r>
                        <a:rPr lang="en-US" sz="1200" dirty="0">
                          <a:solidFill>
                            <a:srgbClr val="000000"/>
                          </a:solidFill>
                        </a:rPr>
                        <a:t>124</a:t>
                      </a:r>
                      <a:endParaRPr lang="en-US" sz="1200" dirty="0"/>
                    </a:p>
                  </a:txBody>
                  <a:tcPr marL="91440" marR="91440" marT="45720" marB="45720">
                    <a:lnL w="12700" cap="flat" cmpd="sng" algn="ctr">
                      <a:solidFill>
                        <a:srgbClr val="AADDDD"/>
                      </a:solidFill>
                      <a:prstDash val="solid"/>
                      <a:round/>
                      <a:headEnd type="none" w="med" len="med"/>
                      <a:tailEnd type="none" w="med" len="med"/>
                    </a:lnL>
                    <a:lnR w="12700" cap="flat" cmpd="sng" algn="ctr">
                      <a:solidFill>
                        <a:srgbClr val="AADDDD"/>
                      </a:solidFill>
                      <a:prstDash val="solid"/>
                      <a:round/>
                      <a:headEnd type="none" w="med" len="med"/>
                      <a:tailEnd type="none" w="med" len="med"/>
                    </a:lnR>
                    <a:lnT w="12700" cap="flat" cmpd="sng" algn="ctr">
                      <a:solidFill>
                        <a:srgbClr val="AADDDD"/>
                      </a:solidFill>
                      <a:prstDash val="solid"/>
                      <a:round/>
                      <a:headEnd type="none" w="med" len="med"/>
                      <a:tailEnd type="none" w="med" len="med"/>
                    </a:lnT>
                    <a:lnB w="12700" cap="flat" cmpd="sng" algn="ctr">
                      <a:solidFill>
                        <a:srgbClr val="AA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183</a:t>
                      </a:r>
                      <a:endParaRPr lang="en-US" sz="1200" dirty="0"/>
                    </a:p>
                  </a:txBody>
                  <a:tcPr marL="91440" marR="91440" marT="45720" marB="45720">
                    <a:lnL w="12700" cap="flat" cmpd="sng" algn="ctr">
                      <a:solidFill>
                        <a:srgbClr val="AADDDD"/>
                      </a:solidFill>
                      <a:prstDash val="solid"/>
                      <a:round/>
                      <a:headEnd type="none" w="med" len="med"/>
                      <a:tailEnd type="none" w="med" len="med"/>
                    </a:lnL>
                    <a:lnR w="12700" cap="flat" cmpd="sng" algn="ctr">
                      <a:solidFill>
                        <a:srgbClr val="AADDDD"/>
                      </a:solidFill>
                      <a:prstDash val="solid"/>
                      <a:round/>
                      <a:headEnd type="none" w="med" len="med"/>
                      <a:tailEnd type="none" w="med" len="med"/>
                    </a:lnR>
                    <a:lnT w="12700" cap="flat" cmpd="sng" algn="ctr">
                      <a:solidFill>
                        <a:srgbClr val="AADDDD"/>
                      </a:solidFill>
                      <a:prstDash val="solid"/>
                      <a:round/>
                      <a:headEnd type="none" w="med" len="med"/>
                      <a:tailEnd type="none" w="med" len="med"/>
                    </a:lnT>
                    <a:lnB w="12700" cap="flat" cmpd="sng" algn="ctr">
                      <a:solidFill>
                        <a:srgbClr val="AA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rPr>
                        <a:t>59</a:t>
                      </a:r>
                      <a:endParaRPr lang="en-US" sz="1200" dirty="0"/>
                    </a:p>
                  </a:txBody>
                  <a:tcPr marL="91440" marR="91440" marT="45720" marB="45720">
                    <a:lnL w="12700" cap="flat" cmpd="sng" algn="ctr">
                      <a:solidFill>
                        <a:srgbClr val="AADDDD"/>
                      </a:solidFill>
                      <a:prstDash val="solid"/>
                      <a:round/>
                      <a:headEnd type="none" w="med" len="med"/>
                      <a:tailEnd type="none" w="med" len="med"/>
                    </a:lnL>
                    <a:lnR w="12700" cap="flat" cmpd="sng" algn="ctr">
                      <a:solidFill>
                        <a:srgbClr val="AADDDD"/>
                      </a:solidFill>
                      <a:prstDash val="solid"/>
                      <a:round/>
                      <a:headEnd type="none" w="med" len="med"/>
                      <a:tailEnd type="none" w="med" len="med"/>
                    </a:lnR>
                    <a:lnT w="12700" cap="flat" cmpd="sng" algn="ctr">
                      <a:solidFill>
                        <a:srgbClr val="AADDDD"/>
                      </a:solidFill>
                      <a:prstDash val="solid"/>
                      <a:round/>
                      <a:headEnd type="none" w="med" len="med"/>
                      <a:tailEnd type="none" w="med" len="med"/>
                    </a:lnT>
                    <a:lnB w="12700" cap="flat" cmpd="sng" algn="ctr">
                      <a:solidFill>
                        <a:srgbClr val="AADDDD"/>
                      </a:solidFill>
                      <a:prstDash val="solid"/>
                      <a:round/>
                      <a:headEnd type="none" w="med" len="med"/>
                      <a:tailEnd type="none" w="med" len="med"/>
                    </a:lnB>
                    <a:solidFill>
                      <a:srgbClr val="FFFFFF"/>
                    </a:solidFill>
                  </a:tcPr>
                </a:tc>
              </a:tr>
              <a:tr h="356616">
                <a:tc>
                  <a:txBody>
                    <a:bodyPr/>
                    <a:lstStyle/>
                    <a:p>
                      <a:pPr algn="ctr" indent="0" marL="0">
                        <a:buNone/>
                      </a:pPr>
                      <a:r>
                        <a:rPr lang="en-US" sz="1200" b="1" dirty="0">
                          <a:solidFill>
                            <a:srgbClr val="000000"/>
                          </a:solidFill>
                        </a:rPr>
                        <a:t>TOTAL</a:t>
                      </a:r>
                      <a:endParaRPr lang="en-US" sz="1200" dirty="0"/>
                    </a:p>
                  </a:txBody>
                  <a:tcPr marL="91440" marR="91440" marT="45720" marB="45720">
                    <a:lnL w="12700" cap="flat" cmpd="sng" algn="ctr">
                      <a:solidFill>
                        <a:srgbClr val="AADDDD"/>
                      </a:solidFill>
                      <a:prstDash val="solid"/>
                      <a:round/>
                      <a:headEnd type="none" w="med" len="med"/>
                      <a:tailEnd type="none" w="med" len="med"/>
                    </a:lnL>
                    <a:lnR w="12700" cap="flat" cmpd="sng" algn="ctr">
                      <a:solidFill>
                        <a:srgbClr val="AADDDD"/>
                      </a:solidFill>
                      <a:prstDash val="solid"/>
                      <a:round/>
                      <a:headEnd type="none" w="med" len="med"/>
                      <a:tailEnd type="none" w="med" len="med"/>
                    </a:lnR>
                    <a:lnT w="12700" cap="flat" cmpd="sng" algn="ctr">
                      <a:solidFill>
                        <a:srgbClr val="AADDDD"/>
                      </a:solidFill>
                      <a:prstDash val="solid"/>
                      <a:round/>
                      <a:headEnd type="none" w="med" len="med"/>
                      <a:tailEnd type="none" w="med" len="med"/>
                    </a:lnT>
                    <a:lnB w="12700" cap="flat" cmpd="sng" algn="ctr">
                      <a:solidFill>
                        <a:srgbClr val="AADDDD"/>
                      </a:solidFill>
                      <a:prstDash val="solid"/>
                      <a:round/>
                      <a:headEnd type="none" w="med" len="med"/>
                      <a:tailEnd type="none" w="med" len="med"/>
                    </a:lnB>
                    <a:solidFill>
                      <a:srgbClr val="FFFFFF"/>
                    </a:solidFill>
                  </a:tcPr>
                </a:tc>
                <a:tc>
                  <a:txBody>
                    <a:bodyPr/>
                    <a:lstStyle/>
                    <a:p>
                      <a:pPr algn="ctr" indent="0" marL="0">
                        <a:buNone/>
                      </a:pPr>
                      <a:endParaRPr lang="en-US" sz="1200" dirty="0"/>
                    </a:p>
                  </a:txBody>
                  <a:tcPr marL="91440" marR="91440" marT="45720" marB="45720">
                    <a:lnL w="12700" cap="flat" cmpd="sng" algn="ctr">
                      <a:solidFill>
                        <a:srgbClr val="AADDDD"/>
                      </a:solidFill>
                      <a:prstDash val="solid"/>
                      <a:round/>
                      <a:headEnd type="none" w="med" len="med"/>
                      <a:tailEnd type="none" w="med" len="med"/>
                    </a:lnL>
                    <a:lnR w="12700" cap="flat" cmpd="sng" algn="ctr">
                      <a:solidFill>
                        <a:srgbClr val="AADDDD"/>
                      </a:solidFill>
                      <a:prstDash val="solid"/>
                      <a:round/>
                      <a:headEnd type="none" w="med" len="med"/>
                      <a:tailEnd type="none" w="med" len="med"/>
                    </a:lnR>
                    <a:lnT w="12700" cap="flat" cmpd="sng" algn="ctr">
                      <a:solidFill>
                        <a:srgbClr val="AADDDD"/>
                      </a:solidFill>
                      <a:prstDash val="solid"/>
                      <a:round/>
                      <a:headEnd type="none" w="med" len="med"/>
                      <a:tailEnd type="none" w="med" len="med"/>
                    </a:lnT>
                    <a:lnB w="12700" cap="flat" cmpd="sng" algn="ctr">
                      <a:solidFill>
                        <a:srgbClr val="AADDDD"/>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B7F79"/>
                          </a:solidFill>
                        </a:rPr>
                        <a:t>236</a:t>
                      </a:r>
                      <a:endParaRPr lang="en-US" sz="1200" dirty="0"/>
                    </a:p>
                  </a:txBody>
                  <a:tcPr marL="91440" marR="91440" marT="45720" marB="45720">
                    <a:lnL w="12700" cap="flat" cmpd="sng" algn="ctr">
                      <a:solidFill>
                        <a:srgbClr val="AADDDD"/>
                      </a:solidFill>
                      <a:prstDash val="solid"/>
                      <a:round/>
                      <a:headEnd type="none" w="med" len="med"/>
                      <a:tailEnd type="none" w="med" len="med"/>
                    </a:lnL>
                    <a:lnR w="12700" cap="flat" cmpd="sng" algn="ctr">
                      <a:solidFill>
                        <a:srgbClr val="AADDDD"/>
                      </a:solidFill>
                      <a:prstDash val="solid"/>
                      <a:round/>
                      <a:headEnd type="none" w="med" len="med"/>
                      <a:tailEnd type="none" w="med" len="med"/>
                    </a:lnR>
                    <a:lnT w="12700" cap="flat" cmpd="sng" algn="ctr">
                      <a:solidFill>
                        <a:srgbClr val="AADDDD"/>
                      </a:solidFill>
                      <a:prstDash val="solid"/>
                      <a:round/>
                      <a:headEnd type="none" w="med" len="med"/>
                      <a:tailEnd type="none" w="med" len="med"/>
                    </a:lnT>
                    <a:lnB w="12700" cap="flat" cmpd="sng" algn="ctr">
                      <a:solidFill>
                        <a:srgbClr val="AADDDD"/>
                      </a:solidFill>
                      <a:prstDash val="solid"/>
                      <a:round/>
                      <a:headEnd type="none" w="med" len="med"/>
                      <a:tailEnd type="none" w="med" len="med"/>
                    </a:lnB>
                    <a:solidFill>
                      <a:srgbClr val="FFFFFF"/>
                    </a:solidFill>
                  </a:tcPr>
                </a:tc>
              </a:tr>
            </a:tbl>
          </a:graphicData>
        </a:graphic>
      </p:graphicFrame>
      <p:sp>
        <p:nvSpPr>
          <p:cNvPr id="6" name="Text 3"/>
          <p:cNvSpPr/>
          <p:nvPr/>
        </p:nvSpPr>
        <p:spPr>
          <a:xfrm>
            <a:off x="4846320" y="2011680"/>
            <a:ext cx="4023360" cy="502920"/>
          </a:xfrm>
          <a:prstGeom prst="rect">
            <a:avLst/>
          </a:prstGeom>
          <a:noFill/>
          <a:ln/>
        </p:spPr>
        <p:txBody>
          <a:bodyPr wrap="square" rtlCol="0" anchor="ctr"/>
          <a:lstStyle/>
          <a:p>
            <a:pPr algn="ctr" indent="0" marL="0">
              <a:buNone/>
            </a:pPr>
            <a:r>
              <a:rPr lang="en-US" sz="2200" b="1" dirty="0">
                <a:solidFill>
                  <a:srgbClr val="1B7F79"/>
                </a:solidFill>
              </a:rPr>
              <a:t>Total Head Movement: 236 tracks</a:t>
            </a:r>
            <a:endParaRPr lang="en-US" sz="2200" dirty="0"/>
          </a:p>
        </p:txBody>
      </p:sp>
      <p:sp>
        <p:nvSpPr>
          <p:cNvPr id="7" name="Text 4"/>
          <p:cNvSpPr/>
          <p:nvPr/>
        </p:nvSpPr>
        <p:spPr>
          <a:xfrm>
            <a:off x="4846320" y="2560320"/>
            <a:ext cx="4023360" cy="320040"/>
          </a:xfrm>
          <a:prstGeom prst="rect">
            <a:avLst/>
          </a:prstGeom>
          <a:noFill/>
          <a:ln/>
        </p:spPr>
        <p:txBody>
          <a:bodyPr wrap="square" rtlCol="0" anchor="ctr"/>
          <a:lstStyle/>
          <a:p>
            <a:pPr algn="ctr" indent="0" marL="0">
              <a:buNone/>
            </a:pPr>
            <a:r>
              <a:rPr lang="en-US" sz="1300" dirty="0">
                <a:solidFill>
                  <a:srgbClr val="8DA2B5"/>
                </a:solidFill>
              </a:rPr>
              <a:t>vs FCFS: 640 tracks</a:t>
            </a:r>
            <a:endParaRPr lang="en-US" sz="1300" dirty="0"/>
          </a:p>
        </p:txBody>
      </p:sp>
      <p:sp>
        <p:nvSpPr>
          <p:cNvPr id="8" name="Text 5"/>
          <p:cNvSpPr/>
          <p:nvPr/>
        </p:nvSpPr>
        <p:spPr>
          <a:xfrm>
            <a:off x="4846320" y="3017520"/>
            <a:ext cx="4023360" cy="274320"/>
          </a:xfrm>
          <a:prstGeom prst="rect">
            <a:avLst/>
          </a:prstGeom>
          <a:noFill/>
          <a:ln/>
        </p:spPr>
        <p:txBody>
          <a:bodyPr wrap="square" rtlCol="0" anchor="ctr"/>
          <a:lstStyle/>
          <a:p>
            <a:pPr algn="ctr" indent="0" marL="0">
              <a:buNone/>
            </a:pPr>
            <a:r>
              <a:rPr lang="en-US" sz="1200" b="1" dirty="0">
                <a:solidFill>
                  <a:srgbClr val="1A2F45"/>
                </a:solidFill>
              </a:rPr>
              <a:t>Head Movement Comparison</a:t>
            </a:r>
            <a:endParaRPr lang="en-US" sz="1200" dirty="0"/>
          </a:p>
        </p:txBody>
      </p:sp>
      <p:sp>
        <p:nvSpPr>
          <p:cNvPr id="9" name="Shape 6"/>
          <p:cNvSpPr/>
          <p:nvPr/>
        </p:nvSpPr>
        <p:spPr>
          <a:xfrm>
            <a:off x="4937760" y="3337560"/>
            <a:ext cx="3840480" cy="411480"/>
          </a:xfrm>
          <a:prstGeom prst="rect">
            <a:avLst/>
          </a:prstGeom>
          <a:solidFill>
            <a:srgbClr val="FFDDDD"/>
          </a:solidFill>
          <a:ln/>
        </p:spPr>
      </p:sp>
      <p:sp>
        <p:nvSpPr>
          <p:cNvPr id="10" name="Shape 7"/>
          <p:cNvSpPr/>
          <p:nvPr/>
        </p:nvSpPr>
        <p:spPr>
          <a:xfrm>
            <a:off x="4937760" y="3337560"/>
            <a:ext cx="3840480" cy="411480"/>
          </a:xfrm>
          <a:prstGeom prst="rect">
            <a:avLst/>
          </a:prstGeom>
          <a:solidFill>
            <a:srgbClr val="B5451B"/>
          </a:solidFill>
          <a:ln/>
        </p:spPr>
      </p:sp>
      <p:sp>
        <p:nvSpPr>
          <p:cNvPr id="11" name="Text 8"/>
          <p:cNvSpPr/>
          <p:nvPr/>
        </p:nvSpPr>
        <p:spPr>
          <a:xfrm>
            <a:off x="5029200" y="3337560"/>
            <a:ext cx="3657600" cy="411480"/>
          </a:xfrm>
          <a:prstGeom prst="rect">
            <a:avLst/>
          </a:prstGeom>
          <a:noFill/>
          <a:ln/>
        </p:spPr>
        <p:txBody>
          <a:bodyPr wrap="square" rtlCol="0" anchor="ctr"/>
          <a:lstStyle/>
          <a:p>
            <a:pPr indent="0" marL="0">
              <a:buNone/>
            </a:pPr>
            <a:r>
              <a:rPr lang="en-US" sz="1200" b="1" dirty="0">
                <a:solidFill>
                  <a:srgbClr val="FFFFFF"/>
                </a:solidFill>
              </a:rPr>
              <a:t>FCFS: 640</a:t>
            </a:r>
            <a:endParaRPr lang="en-US" sz="1200" dirty="0"/>
          </a:p>
        </p:txBody>
      </p:sp>
      <p:sp>
        <p:nvSpPr>
          <p:cNvPr id="12" name="Shape 9"/>
          <p:cNvSpPr/>
          <p:nvPr/>
        </p:nvSpPr>
        <p:spPr>
          <a:xfrm>
            <a:off x="4937760" y="3886200"/>
            <a:ext cx="3840480" cy="411480"/>
          </a:xfrm>
          <a:prstGeom prst="rect">
            <a:avLst/>
          </a:prstGeom>
          <a:solidFill>
            <a:srgbClr val="DDFFEE"/>
          </a:solidFill>
          <a:ln/>
        </p:spPr>
      </p:sp>
      <p:sp>
        <p:nvSpPr>
          <p:cNvPr id="13" name="Shape 10"/>
          <p:cNvSpPr/>
          <p:nvPr/>
        </p:nvSpPr>
        <p:spPr>
          <a:xfrm>
            <a:off x="4937760" y="3886200"/>
            <a:ext cx="1416177" cy="411480"/>
          </a:xfrm>
          <a:prstGeom prst="rect">
            <a:avLst/>
          </a:prstGeom>
          <a:solidFill>
            <a:srgbClr val="1B7F79"/>
          </a:solidFill>
          <a:ln/>
        </p:spPr>
      </p:sp>
      <p:sp>
        <p:nvSpPr>
          <p:cNvPr id="14" name="Text 11"/>
          <p:cNvSpPr/>
          <p:nvPr/>
        </p:nvSpPr>
        <p:spPr>
          <a:xfrm>
            <a:off x="5029200" y="3886200"/>
            <a:ext cx="1324737" cy="411480"/>
          </a:xfrm>
          <a:prstGeom prst="rect">
            <a:avLst/>
          </a:prstGeom>
          <a:noFill/>
          <a:ln/>
        </p:spPr>
        <p:txBody>
          <a:bodyPr wrap="square" rtlCol="0" anchor="ctr"/>
          <a:lstStyle/>
          <a:p>
            <a:pPr indent="0" marL="0">
              <a:buNone/>
            </a:pPr>
            <a:r>
              <a:rPr lang="en-US" sz="1200" b="1" dirty="0">
                <a:solidFill>
                  <a:srgbClr val="FFFFFF"/>
                </a:solidFill>
              </a:rPr>
              <a:t>SSTF: 236</a:t>
            </a:r>
            <a:endParaRPr lang="en-US" sz="1200" dirty="0"/>
          </a:p>
        </p:txBody>
      </p:sp>
      <p:sp>
        <p:nvSpPr>
          <p:cNvPr id="15" name="Text 12"/>
          <p:cNvSpPr/>
          <p:nvPr/>
        </p:nvSpPr>
        <p:spPr>
          <a:xfrm>
            <a:off x="4846320" y="4572000"/>
            <a:ext cx="4023360" cy="365760"/>
          </a:xfrm>
          <a:prstGeom prst="rect">
            <a:avLst/>
          </a:prstGeom>
          <a:noFill/>
          <a:ln/>
        </p:spPr>
        <p:txBody>
          <a:bodyPr wrap="square" rtlCol="0" anchor="ctr"/>
          <a:lstStyle/>
          <a:p>
            <a:pPr algn="ctr" indent="0" marL="0">
              <a:buNone/>
            </a:pPr>
            <a:r>
              <a:rPr lang="en-US" sz="1300" b="1" dirty="0">
                <a:solidFill>
                  <a:srgbClr val="1B7F79"/>
                </a:solidFill>
              </a:rPr>
              <a:t>SSTF saves ~63% head movement!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389120"/>
            <a:ext cx="9144000" cy="754380"/>
          </a:xfrm>
          <a:prstGeom prst="rect">
            <a:avLst/>
          </a:prstGeom>
          <a:solidFill>
            <a:srgbClr val="1B7F79"/>
          </a:solidFill>
          <a:ln/>
        </p:spPr>
      </p:sp>
      <p:sp>
        <p:nvSpPr>
          <p:cNvPr id="3" name="Text 1"/>
          <p:cNvSpPr/>
          <p:nvPr/>
        </p:nvSpPr>
        <p:spPr>
          <a:xfrm>
            <a:off x="457200" y="274320"/>
            <a:ext cx="8229600" cy="640080"/>
          </a:xfrm>
          <a:prstGeom prst="rect">
            <a:avLst/>
          </a:prstGeom>
          <a:noFill/>
          <a:ln/>
        </p:spPr>
        <p:txBody>
          <a:bodyPr wrap="square" rtlCol="0" anchor="ctr"/>
          <a:lstStyle/>
          <a:p>
            <a:pPr algn="ctr" indent="0" marL="0">
              <a:buNone/>
            </a:pPr>
            <a:r>
              <a:rPr lang="en-US" sz="3000" b="1" dirty="0">
                <a:solidFill>
                  <a:srgbClr val="FFFFFF"/>
                </a:solidFill>
              </a:rPr>
              <a:t>Checkpoint Summary</a:t>
            </a:r>
            <a:endParaRPr lang="en-US" sz="3000" dirty="0"/>
          </a:p>
        </p:txBody>
      </p:sp>
      <p:sp>
        <p:nvSpPr>
          <p:cNvPr id="4" name="Text 2"/>
          <p:cNvSpPr/>
          <p:nvPr/>
        </p:nvSpPr>
        <p:spPr>
          <a:xfrm>
            <a:off x="457200" y="868680"/>
            <a:ext cx="8229600" cy="274320"/>
          </a:xfrm>
          <a:prstGeom prst="rect">
            <a:avLst/>
          </a:prstGeom>
          <a:noFill/>
          <a:ln/>
        </p:spPr>
        <p:txBody>
          <a:bodyPr wrap="square" rtlCol="0" anchor="ctr"/>
          <a:lstStyle/>
          <a:p>
            <a:pPr algn="ctr" indent="0" marL="0">
              <a:buNone/>
            </a:pPr>
            <a:r>
              <a:rPr lang="en-US" sz="1300" i="1" dirty="0">
                <a:solidFill>
                  <a:srgbClr val="8DA2B5"/>
                </a:solidFill>
              </a:rPr>
              <a:t>Key Findings &amp; Conclusions</a:t>
            </a:r>
            <a:endParaRPr lang="en-US" sz="1300" dirty="0"/>
          </a:p>
        </p:txBody>
      </p:sp>
      <p:sp>
        <p:nvSpPr>
          <p:cNvPr id="5" name="Shape 3"/>
          <p:cNvSpPr/>
          <p:nvPr/>
        </p:nvSpPr>
        <p:spPr>
          <a:xfrm>
            <a:off x="274320" y="1325880"/>
            <a:ext cx="4023360" cy="1280160"/>
          </a:xfrm>
          <a:prstGeom prst="rect">
            <a:avLst/>
          </a:prstGeom>
          <a:solidFill>
            <a:srgbClr val="112233"/>
          </a:solidFill>
          <a:ln/>
          <a:effectLst>
            <a:outerShdw sx="100000" sy="100000" kx="0" ky="0" algn="bl" rotWithShape="0" blurRad="101600" dist="38100" dir="8100000">
              <a:srgbClr val="000000">
                <a:alpha val="12000"/>
              </a:srgbClr>
            </a:outerShdw>
          </a:effectLst>
        </p:spPr>
      </p:sp>
      <p:sp>
        <p:nvSpPr>
          <p:cNvPr id="6" name="Shape 4"/>
          <p:cNvSpPr/>
          <p:nvPr/>
        </p:nvSpPr>
        <p:spPr>
          <a:xfrm>
            <a:off x="274320" y="1325880"/>
            <a:ext cx="109728" cy="1280160"/>
          </a:xfrm>
          <a:prstGeom prst="rect">
            <a:avLst/>
          </a:prstGeom>
          <a:solidFill>
            <a:srgbClr val="1B7F79"/>
          </a:solidFill>
          <a:ln/>
        </p:spPr>
      </p:sp>
      <p:sp>
        <p:nvSpPr>
          <p:cNvPr id="7" name="Text 5"/>
          <p:cNvSpPr/>
          <p:nvPr/>
        </p:nvSpPr>
        <p:spPr>
          <a:xfrm>
            <a:off x="502920" y="1399032"/>
            <a:ext cx="3657600" cy="256032"/>
          </a:xfrm>
          <a:prstGeom prst="rect">
            <a:avLst/>
          </a:prstGeom>
          <a:noFill/>
          <a:ln/>
        </p:spPr>
        <p:txBody>
          <a:bodyPr wrap="square" rtlCol="0" anchor="ctr"/>
          <a:lstStyle/>
          <a:p>
            <a:pPr indent="0" marL="0">
              <a:buNone/>
            </a:pPr>
            <a:r>
              <a:rPr lang="en-US" sz="1000" b="1" spc="200" kern="0" dirty="0">
                <a:solidFill>
                  <a:srgbClr val="1B7F79"/>
                </a:solidFill>
              </a:rPr>
              <a:t>Part 1</a:t>
            </a:r>
            <a:endParaRPr lang="en-US" sz="1000" dirty="0"/>
          </a:p>
        </p:txBody>
      </p:sp>
      <p:sp>
        <p:nvSpPr>
          <p:cNvPr id="8" name="Text 6"/>
          <p:cNvSpPr/>
          <p:nvPr/>
        </p:nvSpPr>
        <p:spPr>
          <a:xfrm>
            <a:off x="502920" y="1627632"/>
            <a:ext cx="3657600" cy="292608"/>
          </a:xfrm>
          <a:prstGeom prst="rect">
            <a:avLst/>
          </a:prstGeom>
          <a:noFill/>
          <a:ln/>
        </p:spPr>
        <p:txBody>
          <a:bodyPr wrap="square" rtlCol="0" anchor="ctr"/>
          <a:lstStyle/>
          <a:p>
            <a:pPr indent="0" marL="0">
              <a:buNone/>
            </a:pPr>
            <a:r>
              <a:rPr lang="en-US" sz="1500" b="1" dirty="0">
                <a:solidFill>
                  <a:srgbClr val="FFFFFF"/>
                </a:solidFill>
              </a:rPr>
              <a:t>Scheduling</a:t>
            </a:r>
            <a:endParaRPr lang="en-US" sz="1500" dirty="0"/>
          </a:p>
        </p:txBody>
      </p:sp>
      <p:sp>
        <p:nvSpPr>
          <p:cNvPr id="9" name="Text 7"/>
          <p:cNvSpPr/>
          <p:nvPr/>
        </p:nvSpPr>
        <p:spPr>
          <a:xfrm>
            <a:off x="502920" y="1920240"/>
            <a:ext cx="3657600" cy="594360"/>
          </a:xfrm>
          <a:prstGeom prst="rect">
            <a:avLst/>
          </a:prstGeom>
          <a:noFill/>
          <a:ln/>
        </p:spPr>
        <p:txBody>
          <a:bodyPr wrap="square" rtlCol="0" anchor="ctr"/>
          <a:lstStyle/>
          <a:p>
            <a:pPr indent="0" marL="0">
              <a:lnSpc>
                <a:spcPct val="130000"/>
              </a:lnSpc>
              <a:buNone/>
            </a:pPr>
            <a:r>
              <a:rPr lang="en-US" sz="1050" dirty="0">
                <a:solidFill>
                  <a:srgbClr val="8DA2B5"/>
                </a:solidFill>
              </a:rPr>
              <a:t>RR is more responsive (preemptive). FCFS avg wait = 3.33 vs RR = 4.00, but RR gives fairer CPU access.</a:t>
            </a:r>
            <a:endParaRPr lang="en-US" sz="1050" dirty="0"/>
          </a:p>
        </p:txBody>
      </p:sp>
      <p:sp>
        <p:nvSpPr>
          <p:cNvPr id="10" name="Shape 8"/>
          <p:cNvSpPr/>
          <p:nvPr/>
        </p:nvSpPr>
        <p:spPr>
          <a:xfrm>
            <a:off x="4709160" y="1325880"/>
            <a:ext cx="4023360" cy="1280160"/>
          </a:xfrm>
          <a:prstGeom prst="rect">
            <a:avLst/>
          </a:prstGeom>
          <a:solidFill>
            <a:srgbClr val="112233"/>
          </a:solidFill>
          <a:ln/>
          <a:effectLst>
            <a:outerShdw sx="100000" sy="100000" kx="0" ky="0" algn="bl" rotWithShape="0" blurRad="101600" dist="38100" dir="8100000">
              <a:srgbClr val="000000">
                <a:alpha val="12000"/>
              </a:srgbClr>
            </a:outerShdw>
          </a:effectLst>
        </p:spPr>
      </p:sp>
      <p:sp>
        <p:nvSpPr>
          <p:cNvPr id="11" name="Shape 9"/>
          <p:cNvSpPr/>
          <p:nvPr/>
        </p:nvSpPr>
        <p:spPr>
          <a:xfrm>
            <a:off x="4709160" y="1325880"/>
            <a:ext cx="109728" cy="1280160"/>
          </a:xfrm>
          <a:prstGeom prst="rect">
            <a:avLst/>
          </a:prstGeom>
          <a:solidFill>
            <a:srgbClr val="F4A261"/>
          </a:solidFill>
          <a:ln/>
        </p:spPr>
      </p:sp>
      <p:sp>
        <p:nvSpPr>
          <p:cNvPr id="12" name="Text 10"/>
          <p:cNvSpPr/>
          <p:nvPr/>
        </p:nvSpPr>
        <p:spPr>
          <a:xfrm>
            <a:off x="4937760" y="1399032"/>
            <a:ext cx="3657600" cy="256032"/>
          </a:xfrm>
          <a:prstGeom prst="rect">
            <a:avLst/>
          </a:prstGeom>
          <a:noFill/>
          <a:ln/>
        </p:spPr>
        <p:txBody>
          <a:bodyPr wrap="square" rtlCol="0" anchor="ctr"/>
          <a:lstStyle/>
          <a:p>
            <a:pPr indent="0" marL="0">
              <a:buNone/>
            </a:pPr>
            <a:r>
              <a:rPr lang="en-US" sz="1000" b="1" spc="200" kern="0" dirty="0">
                <a:solidFill>
                  <a:srgbClr val="F4A261"/>
                </a:solidFill>
              </a:rPr>
              <a:t>Part 2</a:t>
            </a:r>
            <a:endParaRPr lang="en-US" sz="1000" dirty="0"/>
          </a:p>
        </p:txBody>
      </p:sp>
      <p:sp>
        <p:nvSpPr>
          <p:cNvPr id="13" name="Text 11"/>
          <p:cNvSpPr/>
          <p:nvPr/>
        </p:nvSpPr>
        <p:spPr>
          <a:xfrm>
            <a:off x="4937760" y="1627632"/>
            <a:ext cx="3657600" cy="292608"/>
          </a:xfrm>
          <a:prstGeom prst="rect">
            <a:avLst/>
          </a:prstGeom>
          <a:noFill/>
          <a:ln/>
        </p:spPr>
        <p:txBody>
          <a:bodyPr wrap="square" rtlCol="0" anchor="ctr"/>
          <a:lstStyle/>
          <a:p>
            <a:pPr indent="0" marL="0">
              <a:buNone/>
            </a:pPr>
            <a:r>
              <a:rPr lang="en-US" sz="1500" b="1" dirty="0">
                <a:solidFill>
                  <a:srgbClr val="FFFFFF"/>
                </a:solidFill>
              </a:rPr>
              <a:t>Synchronization</a:t>
            </a:r>
            <a:endParaRPr lang="en-US" sz="1500" dirty="0"/>
          </a:p>
        </p:txBody>
      </p:sp>
      <p:sp>
        <p:nvSpPr>
          <p:cNvPr id="14" name="Text 12"/>
          <p:cNvSpPr/>
          <p:nvPr/>
        </p:nvSpPr>
        <p:spPr>
          <a:xfrm>
            <a:off x="4937760" y="1920240"/>
            <a:ext cx="3657600" cy="594360"/>
          </a:xfrm>
          <a:prstGeom prst="rect">
            <a:avLst/>
          </a:prstGeom>
          <a:noFill/>
          <a:ln/>
        </p:spPr>
        <p:txBody>
          <a:bodyPr wrap="square" rtlCol="0" anchor="ctr"/>
          <a:lstStyle/>
          <a:p>
            <a:pPr indent="0" marL="0">
              <a:lnSpc>
                <a:spcPct val="130000"/>
              </a:lnSpc>
              <a:buNone/>
            </a:pPr>
            <a:r>
              <a:rPr lang="en-US" sz="1050" dirty="0">
                <a:solidFill>
                  <a:srgbClr val="8DA2B5"/>
                </a:solidFill>
              </a:rPr>
              <a:t>Without sync, race conditions corrupt counter. Mutex enforces mutual exclusion and prevents data inconsistency.</a:t>
            </a:r>
            <a:endParaRPr lang="en-US" sz="1050" dirty="0"/>
          </a:p>
        </p:txBody>
      </p:sp>
      <p:sp>
        <p:nvSpPr>
          <p:cNvPr id="15" name="Shape 13"/>
          <p:cNvSpPr/>
          <p:nvPr/>
        </p:nvSpPr>
        <p:spPr>
          <a:xfrm>
            <a:off x="274320" y="2788920"/>
            <a:ext cx="4023360" cy="1280160"/>
          </a:xfrm>
          <a:prstGeom prst="rect">
            <a:avLst/>
          </a:prstGeom>
          <a:solidFill>
            <a:srgbClr val="112233"/>
          </a:solidFill>
          <a:ln/>
          <a:effectLst>
            <a:outerShdw sx="100000" sy="100000" kx="0" ky="0" algn="bl" rotWithShape="0" blurRad="101600" dist="38100" dir="8100000">
              <a:srgbClr val="000000">
                <a:alpha val="12000"/>
              </a:srgbClr>
            </a:outerShdw>
          </a:effectLst>
        </p:spPr>
      </p:sp>
      <p:sp>
        <p:nvSpPr>
          <p:cNvPr id="16" name="Shape 14"/>
          <p:cNvSpPr/>
          <p:nvPr/>
        </p:nvSpPr>
        <p:spPr>
          <a:xfrm>
            <a:off x="274320" y="2788920"/>
            <a:ext cx="109728" cy="1280160"/>
          </a:xfrm>
          <a:prstGeom prst="rect">
            <a:avLst/>
          </a:prstGeom>
          <a:solidFill>
            <a:srgbClr val="6B48B5"/>
          </a:solidFill>
          <a:ln/>
        </p:spPr>
      </p:sp>
      <p:sp>
        <p:nvSpPr>
          <p:cNvPr id="17" name="Text 15"/>
          <p:cNvSpPr/>
          <p:nvPr/>
        </p:nvSpPr>
        <p:spPr>
          <a:xfrm>
            <a:off x="502920" y="2862072"/>
            <a:ext cx="3657600" cy="256032"/>
          </a:xfrm>
          <a:prstGeom prst="rect">
            <a:avLst/>
          </a:prstGeom>
          <a:noFill/>
          <a:ln/>
        </p:spPr>
        <p:txBody>
          <a:bodyPr wrap="square" rtlCol="0" anchor="ctr"/>
          <a:lstStyle/>
          <a:p>
            <a:pPr indent="0" marL="0">
              <a:buNone/>
            </a:pPr>
            <a:r>
              <a:rPr lang="en-US" sz="1000" b="1" spc="200" kern="0" dirty="0">
                <a:solidFill>
                  <a:srgbClr val="6B48B5"/>
                </a:solidFill>
              </a:rPr>
              <a:t>Part 3</a:t>
            </a:r>
            <a:endParaRPr lang="en-US" sz="1000" dirty="0"/>
          </a:p>
        </p:txBody>
      </p:sp>
      <p:sp>
        <p:nvSpPr>
          <p:cNvPr id="18" name="Text 16"/>
          <p:cNvSpPr/>
          <p:nvPr/>
        </p:nvSpPr>
        <p:spPr>
          <a:xfrm>
            <a:off x="502920" y="3090672"/>
            <a:ext cx="3657600" cy="292608"/>
          </a:xfrm>
          <a:prstGeom prst="rect">
            <a:avLst/>
          </a:prstGeom>
          <a:noFill/>
          <a:ln/>
        </p:spPr>
        <p:txBody>
          <a:bodyPr wrap="square" rtlCol="0" anchor="ctr"/>
          <a:lstStyle/>
          <a:p>
            <a:pPr indent="0" marL="0">
              <a:buNone/>
            </a:pPr>
            <a:r>
              <a:rPr lang="en-US" sz="1500" b="1" dirty="0">
                <a:solidFill>
                  <a:srgbClr val="FFFFFF"/>
                </a:solidFill>
              </a:rPr>
              <a:t>Memory Mgmt</a:t>
            </a:r>
            <a:endParaRPr lang="en-US" sz="1500" dirty="0"/>
          </a:p>
        </p:txBody>
      </p:sp>
      <p:sp>
        <p:nvSpPr>
          <p:cNvPr id="19" name="Text 17"/>
          <p:cNvSpPr/>
          <p:nvPr/>
        </p:nvSpPr>
        <p:spPr>
          <a:xfrm>
            <a:off x="502920" y="3383280"/>
            <a:ext cx="3657600" cy="594360"/>
          </a:xfrm>
          <a:prstGeom prst="rect">
            <a:avLst/>
          </a:prstGeom>
          <a:noFill/>
          <a:ln/>
        </p:spPr>
        <p:txBody>
          <a:bodyPr wrap="square" rtlCol="0" anchor="ctr"/>
          <a:lstStyle/>
          <a:p>
            <a:pPr indent="0" marL="0">
              <a:lnSpc>
                <a:spcPct val="130000"/>
              </a:lnSpc>
              <a:buNone/>
            </a:pPr>
            <a:r>
              <a:rPr lang="en-US" sz="1050" dirty="0">
                <a:solidFill>
                  <a:srgbClr val="8DA2B5"/>
                </a:solidFill>
              </a:rPr>
              <a:t>Both FIFO &amp; LRU yield 6 page faults here. LRU is better in practice (temporal locality); FIFO is simpler.</a:t>
            </a:r>
            <a:endParaRPr lang="en-US" sz="1050" dirty="0"/>
          </a:p>
        </p:txBody>
      </p:sp>
      <p:sp>
        <p:nvSpPr>
          <p:cNvPr id="20" name="Shape 18"/>
          <p:cNvSpPr/>
          <p:nvPr/>
        </p:nvSpPr>
        <p:spPr>
          <a:xfrm>
            <a:off x="4709160" y="2788920"/>
            <a:ext cx="4023360" cy="1280160"/>
          </a:xfrm>
          <a:prstGeom prst="rect">
            <a:avLst/>
          </a:prstGeom>
          <a:solidFill>
            <a:srgbClr val="112233"/>
          </a:solidFill>
          <a:ln/>
          <a:effectLst>
            <a:outerShdw sx="100000" sy="100000" kx="0" ky="0" algn="bl" rotWithShape="0" blurRad="101600" dist="38100" dir="8100000">
              <a:srgbClr val="000000">
                <a:alpha val="12000"/>
              </a:srgbClr>
            </a:outerShdw>
          </a:effectLst>
        </p:spPr>
      </p:sp>
      <p:sp>
        <p:nvSpPr>
          <p:cNvPr id="21" name="Shape 19"/>
          <p:cNvSpPr/>
          <p:nvPr/>
        </p:nvSpPr>
        <p:spPr>
          <a:xfrm>
            <a:off x="4709160" y="2788920"/>
            <a:ext cx="109728" cy="1280160"/>
          </a:xfrm>
          <a:prstGeom prst="rect">
            <a:avLst/>
          </a:prstGeom>
          <a:solidFill>
            <a:srgbClr val="B5451B"/>
          </a:solidFill>
          <a:ln/>
        </p:spPr>
      </p:sp>
      <p:sp>
        <p:nvSpPr>
          <p:cNvPr id="22" name="Text 20"/>
          <p:cNvSpPr/>
          <p:nvPr/>
        </p:nvSpPr>
        <p:spPr>
          <a:xfrm>
            <a:off x="4937760" y="2862072"/>
            <a:ext cx="3657600" cy="256032"/>
          </a:xfrm>
          <a:prstGeom prst="rect">
            <a:avLst/>
          </a:prstGeom>
          <a:noFill/>
          <a:ln/>
        </p:spPr>
        <p:txBody>
          <a:bodyPr wrap="square" rtlCol="0" anchor="ctr"/>
          <a:lstStyle/>
          <a:p>
            <a:pPr indent="0" marL="0">
              <a:buNone/>
            </a:pPr>
            <a:r>
              <a:rPr lang="en-US" sz="1000" b="1" spc="200" kern="0" dirty="0">
                <a:solidFill>
                  <a:srgbClr val="B5451B"/>
                </a:solidFill>
              </a:rPr>
              <a:t>Part 4</a:t>
            </a:r>
            <a:endParaRPr lang="en-US" sz="1000" dirty="0"/>
          </a:p>
        </p:txBody>
      </p:sp>
      <p:sp>
        <p:nvSpPr>
          <p:cNvPr id="23" name="Text 21"/>
          <p:cNvSpPr/>
          <p:nvPr/>
        </p:nvSpPr>
        <p:spPr>
          <a:xfrm>
            <a:off x="4937760" y="3090672"/>
            <a:ext cx="3657600" cy="292608"/>
          </a:xfrm>
          <a:prstGeom prst="rect">
            <a:avLst/>
          </a:prstGeom>
          <a:noFill/>
          <a:ln/>
        </p:spPr>
        <p:txBody>
          <a:bodyPr wrap="square" rtlCol="0" anchor="ctr"/>
          <a:lstStyle/>
          <a:p>
            <a:pPr indent="0" marL="0">
              <a:buNone/>
            </a:pPr>
            <a:r>
              <a:rPr lang="en-US" sz="1500" b="1" dirty="0">
                <a:solidFill>
                  <a:srgbClr val="FFFFFF"/>
                </a:solidFill>
              </a:rPr>
              <a:t>Disk Scheduling</a:t>
            </a:r>
            <a:endParaRPr lang="en-US" sz="1500" dirty="0"/>
          </a:p>
        </p:txBody>
      </p:sp>
      <p:sp>
        <p:nvSpPr>
          <p:cNvPr id="24" name="Text 22"/>
          <p:cNvSpPr/>
          <p:nvPr/>
        </p:nvSpPr>
        <p:spPr>
          <a:xfrm>
            <a:off x="4937760" y="3383280"/>
            <a:ext cx="3657600" cy="594360"/>
          </a:xfrm>
          <a:prstGeom prst="rect">
            <a:avLst/>
          </a:prstGeom>
          <a:noFill/>
          <a:ln/>
        </p:spPr>
        <p:txBody>
          <a:bodyPr wrap="square" rtlCol="0" anchor="ctr"/>
          <a:lstStyle/>
          <a:p>
            <a:pPr indent="0" marL="0">
              <a:lnSpc>
                <a:spcPct val="130000"/>
              </a:lnSpc>
              <a:buNone/>
            </a:pPr>
            <a:r>
              <a:rPr lang="en-US" sz="1050" dirty="0">
                <a:solidFill>
                  <a:srgbClr val="8DA2B5"/>
                </a:solidFill>
              </a:rPr>
              <a:t>SSTF (236 tracks) vastly outperforms FCFS (640 tracks) — ~63% reduction by always serving the closest request.</a:t>
            </a:r>
            <a:endParaRPr lang="en-US" sz="1050" dirty="0"/>
          </a:p>
        </p:txBody>
      </p:sp>
      <p:sp>
        <p:nvSpPr>
          <p:cNvPr id="25" name="Text 23"/>
          <p:cNvSpPr/>
          <p:nvPr/>
        </p:nvSpPr>
        <p:spPr>
          <a:xfrm>
            <a:off x="457200" y="4462272"/>
            <a:ext cx="8229600" cy="548640"/>
          </a:xfrm>
          <a:prstGeom prst="rect">
            <a:avLst/>
          </a:prstGeom>
          <a:noFill/>
          <a:ln/>
        </p:spPr>
        <p:txBody>
          <a:bodyPr wrap="square" rtlCol="0" anchor="ctr"/>
          <a:lstStyle/>
          <a:p>
            <a:pPr algn="ctr" indent="0" marL="0">
              <a:buNone/>
            </a:pPr>
            <a:r>
              <a:rPr lang="en-US" sz="1300" b="1" dirty="0">
                <a:solidFill>
                  <a:srgbClr val="FFFFFF"/>
                </a:solidFill>
              </a:rPr>
              <a:t>OS simulation complete — all four subsystems analyzed ✓</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OS Checkpoint: Managing Multiple Tasks</dc:title>
  <dc:subject>PptxGenJS Presentation</dc:subject>
  <dc:creator>PptxGenJS</dc:creator>
  <cp:lastModifiedBy>PptxGenJS</cp:lastModifiedBy>
  <cp:revision>1</cp:revision>
  <dcterms:created xsi:type="dcterms:W3CDTF">2026-03-24T20:30:59Z</dcterms:created>
  <dcterms:modified xsi:type="dcterms:W3CDTF">2026-03-24T20:30:59Z</dcterms:modified>
</cp:coreProperties>
</file>